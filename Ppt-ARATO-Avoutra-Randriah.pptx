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2.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74" r:id="rId2"/>
    <p:sldId id="256" r:id="rId3"/>
    <p:sldId id="257" r:id="rId4"/>
    <p:sldId id="291" r:id="rId5"/>
    <p:sldId id="258" r:id="rId6"/>
    <p:sldId id="275" r:id="rId7"/>
    <p:sldId id="260" r:id="rId8"/>
    <p:sldId id="276" r:id="rId9"/>
    <p:sldId id="259" r:id="rId10"/>
    <p:sldId id="277" r:id="rId11"/>
    <p:sldId id="278" r:id="rId12"/>
    <p:sldId id="262" r:id="rId13"/>
    <p:sldId id="263" r:id="rId14"/>
    <p:sldId id="288" r:id="rId15"/>
    <p:sldId id="279" r:id="rId16"/>
    <p:sldId id="265" r:id="rId17"/>
    <p:sldId id="266" r:id="rId18"/>
    <p:sldId id="267" r:id="rId19"/>
    <p:sldId id="268" r:id="rId20"/>
    <p:sldId id="269" r:id="rId21"/>
    <p:sldId id="280" r:id="rId22"/>
    <p:sldId id="270" r:id="rId23"/>
    <p:sldId id="282" r:id="rId24"/>
    <p:sldId id="289" r:id="rId25"/>
    <p:sldId id="281" r:id="rId26"/>
    <p:sldId id="271" r:id="rId27"/>
    <p:sldId id="283" r:id="rId28"/>
    <p:sldId id="285" r:id="rId29"/>
    <p:sldId id="284" r:id="rId30"/>
    <p:sldId id="272" r:id="rId31"/>
    <p:sldId id="286" r:id="rId32"/>
    <p:sldId id="287" r:id="rId33"/>
    <p:sldId id="273" r:id="rId34"/>
    <p:sldId id="290" r:id="rId3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7" autoAdjust="0"/>
    <p:restoredTop sz="72500" autoAdjust="0"/>
  </p:normalViewPr>
  <p:slideViewPr>
    <p:cSldViewPr snapToGrid="0">
      <p:cViewPr varScale="1">
        <p:scale>
          <a:sx n="50" d="100"/>
          <a:sy n="50" d="100"/>
        </p:scale>
        <p:origin x="1296" y="60"/>
      </p:cViewPr>
      <p:guideLst/>
    </p:cSldViewPr>
  </p:slideViewPr>
  <p:notesTextViewPr>
    <p:cViewPr>
      <p:scale>
        <a:sx n="1" d="1"/>
        <a:sy n="1" d="1"/>
      </p:scale>
      <p:origin x="0" y="0"/>
    </p:cViewPr>
  </p:notesTextViewPr>
  <p:notesViewPr>
    <p:cSldViewPr snapToGrid="0">
      <p:cViewPr varScale="1">
        <p:scale>
          <a:sx n="56" d="100"/>
          <a:sy n="56" d="100"/>
        </p:scale>
        <p:origin x="1998"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71317D-429C-4A5A-92F0-5051D6052492}"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x-none"/>
        </a:p>
      </dgm:t>
    </dgm:pt>
    <dgm:pt modelId="{BB90740A-56D4-46CC-91FC-9CC928CA2AD4}">
      <dgm:prSet phldrT="[Texte]"/>
      <dgm:spPr>
        <a:solidFill>
          <a:schemeClr val="accent1">
            <a:lumMod val="75000"/>
          </a:schemeClr>
        </a:solidFill>
      </dgm:spPr>
      <dgm:t>
        <a:bodyPr/>
        <a:lstStyle/>
        <a:p>
          <a:r>
            <a:rPr lang="fr-FR" dirty="0"/>
            <a:t>Conseillers(Partenaire et Parrain)</a:t>
          </a:r>
          <a:endParaRPr lang="x-none" dirty="0"/>
        </a:p>
      </dgm:t>
    </dgm:pt>
    <dgm:pt modelId="{080D25D8-3E90-4199-A823-E6A8CB668897}" type="parTrans" cxnId="{05A2154B-BC1F-4AB8-B4E8-8F94364C0BE4}">
      <dgm:prSet/>
      <dgm:spPr/>
      <dgm:t>
        <a:bodyPr/>
        <a:lstStyle/>
        <a:p>
          <a:endParaRPr lang="x-none"/>
        </a:p>
      </dgm:t>
    </dgm:pt>
    <dgm:pt modelId="{37DB6C2E-5C12-48CE-9339-C5565CB5C993}" type="sibTrans" cxnId="{05A2154B-BC1F-4AB8-B4E8-8F94364C0BE4}">
      <dgm:prSet/>
      <dgm:spPr/>
      <dgm:t>
        <a:bodyPr/>
        <a:lstStyle/>
        <a:p>
          <a:endParaRPr lang="x-none"/>
        </a:p>
      </dgm:t>
    </dgm:pt>
    <dgm:pt modelId="{FDDAF680-9BC3-4368-A04A-F8A96BB32E9A}" type="asst">
      <dgm:prSet phldrT="[Texte]"/>
      <dgm:spPr>
        <a:solidFill>
          <a:schemeClr val="accent1">
            <a:lumMod val="75000"/>
          </a:schemeClr>
        </a:solidFill>
      </dgm:spPr>
      <dgm:t>
        <a:bodyPr/>
        <a:lstStyle/>
        <a:p>
          <a:r>
            <a:rPr lang="fr-FR"/>
            <a:t>Directeur de projet</a:t>
          </a:r>
          <a:endParaRPr lang="x-none"/>
        </a:p>
      </dgm:t>
    </dgm:pt>
    <dgm:pt modelId="{44F3E742-F74F-404D-BEB8-977340B85A26}" type="parTrans" cxnId="{F835AA77-0DBA-40FF-96FB-A8A7BC7E483A}">
      <dgm:prSet/>
      <dgm:spPr/>
      <dgm:t>
        <a:bodyPr/>
        <a:lstStyle/>
        <a:p>
          <a:endParaRPr lang="x-none"/>
        </a:p>
      </dgm:t>
    </dgm:pt>
    <dgm:pt modelId="{DD0DD5A3-872C-4000-BC3C-24CB2EC7904F}" type="sibTrans" cxnId="{F835AA77-0DBA-40FF-96FB-A8A7BC7E483A}">
      <dgm:prSet/>
      <dgm:spPr/>
      <dgm:t>
        <a:bodyPr/>
        <a:lstStyle/>
        <a:p>
          <a:endParaRPr lang="x-none"/>
        </a:p>
      </dgm:t>
    </dgm:pt>
    <dgm:pt modelId="{9297C28E-8F15-4A42-8E67-7DCB551C5A4B}">
      <dgm:prSet phldrT="[Texte]"/>
      <dgm:spPr>
        <a:solidFill>
          <a:schemeClr val="accent1">
            <a:lumMod val="75000"/>
          </a:schemeClr>
        </a:solidFill>
      </dgm:spPr>
      <dgm:t>
        <a:bodyPr/>
        <a:lstStyle/>
        <a:p>
          <a:r>
            <a:rPr lang="fr-FR" dirty="0"/>
            <a:t>Chef de projet</a:t>
          </a:r>
          <a:endParaRPr lang="x-none" dirty="0"/>
        </a:p>
      </dgm:t>
    </dgm:pt>
    <dgm:pt modelId="{051EC5A6-1EB7-498F-97CF-D393F7100178}" type="parTrans" cxnId="{723BC7AD-ABA1-4A36-99E0-07C1A88CD5A8}">
      <dgm:prSet/>
      <dgm:spPr/>
      <dgm:t>
        <a:bodyPr/>
        <a:lstStyle/>
        <a:p>
          <a:endParaRPr lang="x-none"/>
        </a:p>
      </dgm:t>
    </dgm:pt>
    <dgm:pt modelId="{EAFFE269-2B85-4DFA-BBDB-AAE4A4AF4C1A}" type="sibTrans" cxnId="{723BC7AD-ABA1-4A36-99E0-07C1A88CD5A8}">
      <dgm:prSet/>
      <dgm:spPr/>
      <dgm:t>
        <a:bodyPr/>
        <a:lstStyle/>
        <a:p>
          <a:endParaRPr lang="x-none"/>
        </a:p>
      </dgm:t>
    </dgm:pt>
    <dgm:pt modelId="{1C3B77BE-4924-4428-AF50-AF889B74DD5A}">
      <dgm:prSet phldrT="[Texte]"/>
      <dgm:spPr>
        <a:solidFill>
          <a:schemeClr val="accent1">
            <a:lumMod val="75000"/>
          </a:schemeClr>
        </a:solidFill>
        <a:ln>
          <a:solidFill>
            <a:schemeClr val="accent1">
              <a:lumMod val="75000"/>
            </a:schemeClr>
          </a:solidFill>
        </a:ln>
      </dgm:spPr>
      <dgm:t>
        <a:bodyPr/>
        <a:lstStyle/>
        <a:p>
          <a:r>
            <a:rPr lang="fr-FR"/>
            <a:t>RH</a:t>
          </a:r>
          <a:endParaRPr lang="x-none"/>
        </a:p>
      </dgm:t>
    </dgm:pt>
    <dgm:pt modelId="{5A879AC8-C03A-41E2-8E18-4F100812CB90}" type="parTrans" cxnId="{E70F90F5-E0D9-4B65-A285-FCB8830DCAD1}">
      <dgm:prSet/>
      <dgm:spPr/>
      <dgm:t>
        <a:bodyPr/>
        <a:lstStyle/>
        <a:p>
          <a:endParaRPr lang="x-none"/>
        </a:p>
      </dgm:t>
    </dgm:pt>
    <dgm:pt modelId="{CD2D187D-4B61-473D-9060-C7D101D44299}" type="sibTrans" cxnId="{E70F90F5-E0D9-4B65-A285-FCB8830DCAD1}">
      <dgm:prSet/>
      <dgm:spPr/>
      <dgm:t>
        <a:bodyPr/>
        <a:lstStyle/>
        <a:p>
          <a:endParaRPr lang="x-none"/>
        </a:p>
      </dgm:t>
    </dgm:pt>
    <dgm:pt modelId="{A67015C1-7FE6-43D8-B82E-B72BFCED6CE5}">
      <dgm:prSet phldrT="[Texte]"/>
      <dgm:spPr>
        <a:solidFill>
          <a:schemeClr val="accent1">
            <a:lumMod val="75000"/>
          </a:schemeClr>
        </a:solidFill>
        <a:ln>
          <a:solidFill>
            <a:schemeClr val="accent1">
              <a:lumMod val="75000"/>
            </a:schemeClr>
          </a:solidFill>
        </a:ln>
      </dgm:spPr>
      <dgm:t>
        <a:bodyPr/>
        <a:lstStyle/>
        <a:p>
          <a:r>
            <a:rPr lang="fr-FR" dirty="0"/>
            <a:t>Responsable Finance</a:t>
          </a:r>
          <a:endParaRPr lang="x-none" dirty="0"/>
        </a:p>
      </dgm:t>
    </dgm:pt>
    <dgm:pt modelId="{01D53248-8214-4EE7-AA8D-F683CCA87899}" type="parTrans" cxnId="{DB0CB5D1-F9DC-485C-B1E8-199EDB374AA3}">
      <dgm:prSet/>
      <dgm:spPr/>
      <dgm:t>
        <a:bodyPr/>
        <a:lstStyle/>
        <a:p>
          <a:endParaRPr lang="x-none"/>
        </a:p>
      </dgm:t>
    </dgm:pt>
    <dgm:pt modelId="{2BE83D80-7879-4F57-A78B-F2E9FEB59BE3}" type="sibTrans" cxnId="{DB0CB5D1-F9DC-485C-B1E8-199EDB374AA3}">
      <dgm:prSet/>
      <dgm:spPr/>
      <dgm:t>
        <a:bodyPr/>
        <a:lstStyle/>
        <a:p>
          <a:endParaRPr lang="x-none"/>
        </a:p>
      </dgm:t>
    </dgm:pt>
    <dgm:pt modelId="{4D149F3F-AD06-4647-90D5-CB1C9B53A8D6}" type="asst">
      <dgm:prSet/>
      <dgm:spPr>
        <a:solidFill>
          <a:schemeClr val="accent1">
            <a:lumMod val="75000"/>
          </a:schemeClr>
        </a:solidFill>
      </dgm:spPr>
      <dgm:t>
        <a:bodyPr/>
        <a:lstStyle/>
        <a:p>
          <a:r>
            <a:rPr lang="fr-FR"/>
            <a:t>Responsable administratif</a:t>
          </a:r>
          <a:endParaRPr lang="x-none"/>
        </a:p>
      </dgm:t>
    </dgm:pt>
    <dgm:pt modelId="{DB20CDFE-36B2-4D16-A196-7DD2B3CB95F5}" type="parTrans" cxnId="{1A27FF76-DE92-453C-8759-CD14EF2E04D7}">
      <dgm:prSet/>
      <dgm:spPr/>
      <dgm:t>
        <a:bodyPr/>
        <a:lstStyle/>
        <a:p>
          <a:endParaRPr lang="x-none"/>
        </a:p>
      </dgm:t>
    </dgm:pt>
    <dgm:pt modelId="{11F6B775-02DE-4C32-82F6-5B4694D0F03D}" type="sibTrans" cxnId="{1A27FF76-DE92-453C-8759-CD14EF2E04D7}">
      <dgm:prSet/>
      <dgm:spPr/>
      <dgm:t>
        <a:bodyPr/>
        <a:lstStyle/>
        <a:p>
          <a:endParaRPr lang="x-none"/>
        </a:p>
      </dgm:t>
    </dgm:pt>
    <dgm:pt modelId="{2851132E-2BA2-47E7-870D-39B925426116}">
      <dgm:prSet/>
      <dgm:spPr>
        <a:solidFill>
          <a:schemeClr val="accent1">
            <a:lumMod val="75000"/>
          </a:schemeClr>
        </a:solidFill>
        <a:ln>
          <a:solidFill>
            <a:schemeClr val="accent1">
              <a:lumMod val="75000"/>
            </a:schemeClr>
          </a:solidFill>
        </a:ln>
      </dgm:spPr>
      <dgm:t>
        <a:bodyPr/>
        <a:lstStyle/>
        <a:p>
          <a:r>
            <a:rPr lang="fr-FR" dirty="0"/>
            <a:t>Equipe Technique</a:t>
          </a:r>
          <a:endParaRPr lang="x-none" dirty="0"/>
        </a:p>
      </dgm:t>
    </dgm:pt>
    <dgm:pt modelId="{DC98F62F-433D-4598-A1D7-CF929E8CD8AD}" type="parTrans" cxnId="{CBBBAB2A-E964-4F7F-86DF-7484DFF05D11}">
      <dgm:prSet/>
      <dgm:spPr/>
      <dgm:t>
        <a:bodyPr/>
        <a:lstStyle/>
        <a:p>
          <a:endParaRPr lang="x-none"/>
        </a:p>
      </dgm:t>
    </dgm:pt>
    <dgm:pt modelId="{8B90B6C1-7799-428B-BCA4-AD4492FC6998}" type="sibTrans" cxnId="{CBBBAB2A-E964-4F7F-86DF-7484DFF05D11}">
      <dgm:prSet/>
      <dgm:spPr/>
      <dgm:t>
        <a:bodyPr/>
        <a:lstStyle/>
        <a:p>
          <a:endParaRPr lang="x-none"/>
        </a:p>
      </dgm:t>
    </dgm:pt>
    <dgm:pt modelId="{54A36FC5-FC93-4DB1-8BD0-25EEF2094A20}">
      <dgm:prSet/>
      <dgm:spPr>
        <a:solidFill>
          <a:schemeClr val="accent1">
            <a:lumMod val="75000"/>
          </a:schemeClr>
        </a:solidFill>
        <a:ln>
          <a:solidFill>
            <a:schemeClr val="accent1">
              <a:lumMod val="75000"/>
            </a:schemeClr>
          </a:solidFill>
        </a:ln>
      </dgm:spPr>
      <dgm:t>
        <a:bodyPr/>
        <a:lstStyle/>
        <a:p>
          <a:r>
            <a:rPr lang="fr-FR" dirty="0"/>
            <a:t>Community Manager</a:t>
          </a:r>
          <a:endParaRPr lang="x-none" dirty="0"/>
        </a:p>
      </dgm:t>
    </dgm:pt>
    <dgm:pt modelId="{33899D42-53BD-4675-9A4F-184372B2942B}" type="parTrans" cxnId="{10CA310D-A14C-4D0D-89CF-A2673D9BEDF9}">
      <dgm:prSet/>
      <dgm:spPr/>
      <dgm:t>
        <a:bodyPr/>
        <a:lstStyle/>
        <a:p>
          <a:endParaRPr lang="x-none"/>
        </a:p>
      </dgm:t>
    </dgm:pt>
    <dgm:pt modelId="{48790E9C-3785-4FD1-A64A-725A4C81E0B9}" type="sibTrans" cxnId="{10CA310D-A14C-4D0D-89CF-A2673D9BEDF9}">
      <dgm:prSet/>
      <dgm:spPr/>
      <dgm:t>
        <a:bodyPr/>
        <a:lstStyle/>
        <a:p>
          <a:endParaRPr lang="x-none"/>
        </a:p>
      </dgm:t>
    </dgm:pt>
    <dgm:pt modelId="{04202783-D8B5-4408-A9EA-2EF5D560EC71}" type="pres">
      <dgm:prSet presAssocID="{5671317D-429C-4A5A-92F0-5051D6052492}" presName="hierChild1" presStyleCnt="0">
        <dgm:presLayoutVars>
          <dgm:orgChart val="1"/>
          <dgm:chPref val="1"/>
          <dgm:dir/>
          <dgm:animOne val="branch"/>
          <dgm:animLvl val="lvl"/>
          <dgm:resizeHandles/>
        </dgm:presLayoutVars>
      </dgm:prSet>
      <dgm:spPr/>
      <dgm:t>
        <a:bodyPr/>
        <a:lstStyle/>
        <a:p>
          <a:endParaRPr lang="fr-FR"/>
        </a:p>
      </dgm:t>
    </dgm:pt>
    <dgm:pt modelId="{DF28F31A-CBCB-4F97-A287-95785410AB61}" type="pres">
      <dgm:prSet presAssocID="{BB90740A-56D4-46CC-91FC-9CC928CA2AD4}" presName="hierRoot1" presStyleCnt="0">
        <dgm:presLayoutVars>
          <dgm:hierBranch val="init"/>
        </dgm:presLayoutVars>
      </dgm:prSet>
      <dgm:spPr/>
    </dgm:pt>
    <dgm:pt modelId="{941BF172-76B8-4F0D-855D-51A75F131C6A}" type="pres">
      <dgm:prSet presAssocID="{BB90740A-56D4-46CC-91FC-9CC928CA2AD4}" presName="rootComposite1" presStyleCnt="0"/>
      <dgm:spPr/>
    </dgm:pt>
    <dgm:pt modelId="{E1A60553-BD3E-45C9-9659-19ACC441A4C7}" type="pres">
      <dgm:prSet presAssocID="{BB90740A-56D4-46CC-91FC-9CC928CA2AD4}" presName="rootText1" presStyleLbl="node0" presStyleIdx="0" presStyleCnt="1">
        <dgm:presLayoutVars>
          <dgm:chPref val="3"/>
        </dgm:presLayoutVars>
      </dgm:prSet>
      <dgm:spPr/>
      <dgm:t>
        <a:bodyPr/>
        <a:lstStyle/>
        <a:p>
          <a:endParaRPr lang="fr-FR"/>
        </a:p>
      </dgm:t>
    </dgm:pt>
    <dgm:pt modelId="{2FCBE5AA-FD02-4035-A68C-3514466065B1}" type="pres">
      <dgm:prSet presAssocID="{BB90740A-56D4-46CC-91FC-9CC928CA2AD4}" presName="rootConnector1" presStyleLbl="node1" presStyleIdx="0" presStyleCnt="0"/>
      <dgm:spPr/>
      <dgm:t>
        <a:bodyPr/>
        <a:lstStyle/>
        <a:p>
          <a:endParaRPr lang="fr-FR"/>
        </a:p>
      </dgm:t>
    </dgm:pt>
    <dgm:pt modelId="{A3CB1E27-E0E4-4073-AEE2-A2C45D4A00E5}" type="pres">
      <dgm:prSet presAssocID="{BB90740A-56D4-46CC-91FC-9CC928CA2AD4}" presName="hierChild2" presStyleCnt="0"/>
      <dgm:spPr/>
    </dgm:pt>
    <dgm:pt modelId="{2DAB6EAE-E30B-4837-B105-5BB28A048111}" type="pres">
      <dgm:prSet presAssocID="{051EC5A6-1EB7-498F-97CF-D393F7100178}" presName="Name37" presStyleLbl="parChTrans1D2" presStyleIdx="0" presStyleCnt="5"/>
      <dgm:spPr/>
      <dgm:t>
        <a:bodyPr/>
        <a:lstStyle/>
        <a:p>
          <a:endParaRPr lang="fr-FR"/>
        </a:p>
      </dgm:t>
    </dgm:pt>
    <dgm:pt modelId="{53E6219A-37AF-49B2-8C3E-1014BE25095D}" type="pres">
      <dgm:prSet presAssocID="{9297C28E-8F15-4A42-8E67-7DCB551C5A4B}" presName="hierRoot2" presStyleCnt="0">
        <dgm:presLayoutVars>
          <dgm:hierBranch val="init"/>
        </dgm:presLayoutVars>
      </dgm:prSet>
      <dgm:spPr/>
    </dgm:pt>
    <dgm:pt modelId="{EF31F73F-7155-432B-B35E-D21369D095E0}" type="pres">
      <dgm:prSet presAssocID="{9297C28E-8F15-4A42-8E67-7DCB551C5A4B}" presName="rootComposite" presStyleCnt="0"/>
      <dgm:spPr/>
    </dgm:pt>
    <dgm:pt modelId="{96BF4580-BCB9-423C-B585-2170594DCBF8}" type="pres">
      <dgm:prSet presAssocID="{9297C28E-8F15-4A42-8E67-7DCB551C5A4B}" presName="rootText" presStyleLbl="node2" presStyleIdx="0" presStyleCnt="3">
        <dgm:presLayoutVars>
          <dgm:chPref val="3"/>
        </dgm:presLayoutVars>
      </dgm:prSet>
      <dgm:spPr/>
      <dgm:t>
        <a:bodyPr/>
        <a:lstStyle/>
        <a:p>
          <a:endParaRPr lang="fr-FR"/>
        </a:p>
      </dgm:t>
    </dgm:pt>
    <dgm:pt modelId="{FB73C831-3DB1-4ED4-873B-564C2B58A67C}" type="pres">
      <dgm:prSet presAssocID="{9297C28E-8F15-4A42-8E67-7DCB551C5A4B}" presName="rootConnector" presStyleLbl="node2" presStyleIdx="0" presStyleCnt="3"/>
      <dgm:spPr/>
      <dgm:t>
        <a:bodyPr/>
        <a:lstStyle/>
        <a:p>
          <a:endParaRPr lang="fr-FR"/>
        </a:p>
      </dgm:t>
    </dgm:pt>
    <dgm:pt modelId="{995F5964-6041-4F9D-B5F4-CD304C5CBD7E}" type="pres">
      <dgm:prSet presAssocID="{9297C28E-8F15-4A42-8E67-7DCB551C5A4B}" presName="hierChild4" presStyleCnt="0"/>
      <dgm:spPr/>
    </dgm:pt>
    <dgm:pt modelId="{76F87F22-0D5B-4086-80C3-9A230A87BA7D}" type="pres">
      <dgm:prSet presAssocID="{DC98F62F-433D-4598-A1D7-CF929E8CD8AD}" presName="Name37" presStyleLbl="parChTrans1D3" presStyleIdx="0" presStyleCnt="2"/>
      <dgm:spPr/>
      <dgm:t>
        <a:bodyPr/>
        <a:lstStyle/>
        <a:p>
          <a:endParaRPr lang="fr-FR"/>
        </a:p>
      </dgm:t>
    </dgm:pt>
    <dgm:pt modelId="{B45D0492-4FD1-402A-B0A9-55D4914FF8C1}" type="pres">
      <dgm:prSet presAssocID="{2851132E-2BA2-47E7-870D-39B925426116}" presName="hierRoot2" presStyleCnt="0">
        <dgm:presLayoutVars>
          <dgm:hierBranch val="init"/>
        </dgm:presLayoutVars>
      </dgm:prSet>
      <dgm:spPr/>
    </dgm:pt>
    <dgm:pt modelId="{BAFF0ADA-6CE2-4177-9EB3-85F7BB19A1EF}" type="pres">
      <dgm:prSet presAssocID="{2851132E-2BA2-47E7-870D-39B925426116}" presName="rootComposite" presStyleCnt="0"/>
      <dgm:spPr/>
    </dgm:pt>
    <dgm:pt modelId="{603B9CFB-B2A5-4C4F-B002-9015710B87B4}" type="pres">
      <dgm:prSet presAssocID="{2851132E-2BA2-47E7-870D-39B925426116}" presName="rootText" presStyleLbl="node3" presStyleIdx="0" presStyleCnt="2">
        <dgm:presLayoutVars>
          <dgm:chPref val="3"/>
        </dgm:presLayoutVars>
      </dgm:prSet>
      <dgm:spPr/>
      <dgm:t>
        <a:bodyPr/>
        <a:lstStyle/>
        <a:p>
          <a:endParaRPr lang="fr-FR"/>
        </a:p>
      </dgm:t>
    </dgm:pt>
    <dgm:pt modelId="{642BC185-B748-4EDA-AF0B-929C9CF3C6DB}" type="pres">
      <dgm:prSet presAssocID="{2851132E-2BA2-47E7-870D-39B925426116}" presName="rootConnector" presStyleLbl="node3" presStyleIdx="0" presStyleCnt="2"/>
      <dgm:spPr/>
      <dgm:t>
        <a:bodyPr/>
        <a:lstStyle/>
        <a:p>
          <a:endParaRPr lang="fr-FR"/>
        </a:p>
      </dgm:t>
    </dgm:pt>
    <dgm:pt modelId="{2FC84786-384C-4451-89FF-01710F7BFE01}" type="pres">
      <dgm:prSet presAssocID="{2851132E-2BA2-47E7-870D-39B925426116}" presName="hierChild4" presStyleCnt="0"/>
      <dgm:spPr/>
    </dgm:pt>
    <dgm:pt modelId="{649E2CD9-8CC1-461C-B793-08E39033A47F}" type="pres">
      <dgm:prSet presAssocID="{2851132E-2BA2-47E7-870D-39B925426116}" presName="hierChild5" presStyleCnt="0"/>
      <dgm:spPr/>
    </dgm:pt>
    <dgm:pt modelId="{73FF386A-D618-437C-96C1-3A05A974DF89}" type="pres">
      <dgm:prSet presAssocID="{9297C28E-8F15-4A42-8E67-7DCB551C5A4B}" presName="hierChild5" presStyleCnt="0"/>
      <dgm:spPr/>
    </dgm:pt>
    <dgm:pt modelId="{16A161A1-025F-4EE9-857A-9CFE287600D5}" type="pres">
      <dgm:prSet presAssocID="{5A879AC8-C03A-41E2-8E18-4F100812CB90}" presName="Name37" presStyleLbl="parChTrans1D2" presStyleIdx="1" presStyleCnt="5"/>
      <dgm:spPr/>
      <dgm:t>
        <a:bodyPr/>
        <a:lstStyle/>
        <a:p>
          <a:endParaRPr lang="fr-FR"/>
        </a:p>
      </dgm:t>
    </dgm:pt>
    <dgm:pt modelId="{79E29E3F-CE03-41BC-B3AF-6B6916926FFB}" type="pres">
      <dgm:prSet presAssocID="{1C3B77BE-4924-4428-AF50-AF889B74DD5A}" presName="hierRoot2" presStyleCnt="0">
        <dgm:presLayoutVars>
          <dgm:hierBranch val="init"/>
        </dgm:presLayoutVars>
      </dgm:prSet>
      <dgm:spPr/>
    </dgm:pt>
    <dgm:pt modelId="{2A35CF27-C9D9-4489-A830-7F54955FB076}" type="pres">
      <dgm:prSet presAssocID="{1C3B77BE-4924-4428-AF50-AF889B74DD5A}" presName="rootComposite" presStyleCnt="0"/>
      <dgm:spPr/>
    </dgm:pt>
    <dgm:pt modelId="{431819AE-07EA-49BC-A09E-9ECD258441A6}" type="pres">
      <dgm:prSet presAssocID="{1C3B77BE-4924-4428-AF50-AF889B74DD5A}" presName="rootText" presStyleLbl="node2" presStyleIdx="1" presStyleCnt="3">
        <dgm:presLayoutVars>
          <dgm:chPref val="3"/>
        </dgm:presLayoutVars>
      </dgm:prSet>
      <dgm:spPr/>
      <dgm:t>
        <a:bodyPr/>
        <a:lstStyle/>
        <a:p>
          <a:endParaRPr lang="fr-FR"/>
        </a:p>
      </dgm:t>
    </dgm:pt>
    <dgm:pt modelId="{B037042A-D642-4257-924B-0BF669EF6DCA}" type="pres">
      <dgm:prSet presAssocID="{1C3B77BE-4924-4428-AF50-AF889B74DD5A}" presName="rootConnector" presStyleLbl="node2" presStyleIdx="1" presStyleCnt="3"/>
      <dgm:spPr/>
      <dgm:t>
        <a:bodyPr/>
        <a:lstStyle/>
        <a:p>
          <a:endParaRPr lang="fr-FR"/>
        </a:p>
      </dgm:t>
    </dgm:pt>
    <dgm:pt modelId="{700A1341-D5F5-4C7C-9CD1-9204BCBEE20F}" type="pres">
      <dgm:prSet presAssocID="{1C3B77BE-4924-4428-AF50-AF889B74DD5A}" presName="hierChild4" presStyleCnt="0"/>
      <dgm:spPr/>
    </dgm:pt>
    <dgm:pt modelId="{AC3BE0A1-E1C2-442B-86F7-24F42B42CC28}" type="pres">
      <dgm:prSet presAssocID="{33899D42-53BD-4675-9A4F-184372B2942B}" presName="Name37" presStyleLbl="parChTrans1D3" presStyleIdx="1" presStyleCnt="2"/>
      <dgm:spPr/>
      <dgm:t>
        <a:bodyPr/>
        <a:lstStyle/>
        <a:p>
          <a:endParaRPr lang="fr-FR"/>
        </a:p>
      </dgm:t>
    </dgm:pt>
    <dgm:pt modelId="{E2556B9F-61B0-45E7-881A-6EC5C1E17FB2}" type="pres">
      <dgm:prSet presAssocID="{54A36FC5-FC93-4DB1-8BD0-25EEF2094A20}" presName="hierRoot2" presStyleCnt="0">
        <dgm:presLayoutVars>
          <dgm:hierBranch val="init"/>
        </dgm:presLayoutVars>
      </dgm:prSet>
      <dgm:spPr/>
    </dgm:pt>
    <dgm:pt modelId="{578270C4-6034-4AA0-BD51-DD420570EA14}" type="pres">
      <dgm:prSet presAssocID="{54A36FC5-FC93-4DB1-8BD0-25EEF2094A20}" presName="rootComposite" presStyleCnt="0"/>
      <dgm:spPr/>
    </dgm:pt>
    <dgm:pt modelId="{BD7EFED8-1185-4008-AECC-057EA0F32C1F}" type="pres">
      <dgm:prSet presAssocID="{54A36FC5-FC93-4DB1-8BD0-25EEF2094A20}" presName="rootText" presStyleLbl="node3" presStyleIdx="1" presStyleCnt="2">
        <dgm:presLayoutVars>
          <dgm:chPref val="3"/>
        </dgm:presLayoutVars>
      </dgm:prSet>
      <dgm:spPr/>
      <dgm:t>
        <a:bodyPr/>
        <a:lstStyle/>
        <a:p>
          <a:endParaRPr lang="fr-FR"/>
        </a:p>
      </dgm:t>
    </dgm:pt>
    <dgm:pt modelId="{38FFD617-BC4A-4488-9E7A-D70EA30FE83C}" type="pres">
      <dgm:prSet presAssocID="{54A36FC5-FC93-4DB1-8BD0-25EEF2094A20}" presName="rootConnector" presStyleLbl="node3" presStyleIdx="1" presStyleCnt="2"/>
      <dgm:spPr/>
      <dgm:t>
        <a:bodyPr/>
        <a:lstStyle/>
        <a:p>
          <a:endParaRPr lang="fr-FR"/>
        </a:p>
      </dgm:t>
    </dgm:pt>
    <dgm:pt modelId="{9CDA9779-29E1-4D3E-85F0-9C88CF54EE00}" type="pres">
      <dgm:prSet presAssocID="{54A36FC5-FC93-4DB1-8BD0-25EEF2094A20}" presName="hierChild4" presStyleCnt="0"/>
      <dgm:spPr/>
    </dgm:pt>
    <dgm:pt modelId="{81D18985-0057-4A7D-AADA-7308DEB4D94B}" type="pres">
      <dgm:prSet presAssocID="{54A36FC5-FC93-4DB1-8BD0-25EEF2094A20}" presName="hierChild5" presStyleCnt="0"/>
      <dgm:spPr/>
    </dgm:pt>
    <dgm:pt modelId="{79876697-75B0-41C6-BB75-8BAABEC90430}" type="pres">
      <dgm:prSet presAssocID="{1C3B77BE-4924-4428-AF50-AF889B74DD5A}" presName="hierChild5" presStyleCnt="0"/>
      <dgm:spPr/>
    </dgm:pt>
    <dgm:pt modelId="{25E70185-DE2C-47FD-8058-EB822ACFBBFC}" type="pres">
      <dgm:prSet presAssocID="{01D53248-8214-4EE7-AA8D-F683CCA87899}" presName="Name37" presStyleLbl="parChTrans1D2" presStyleIdx="2" presStyleCnt="5"/>
      <dgm:spPr/>
      <dgm:t>
        <a:bodyPr/>
        <a:lstStyle/>
        <a:p>
          <a:endParaRPr lang="fr-FR"/>
        </a:p>
      </dgm:t>
    </dgm:pt>
    <dgm:pt modelId="{49C91E7E-9A5C-4D82-BDBD-50D0D7A33287}" type="pres">
      <dgm:prSet presAssocID="{A67015C1-7FE6-43D8-B82E-B72BFCED6CE5}" presName="hierRoot2" presStyleCnt="0">
        <dgm:presLayoutVars>
          <dgm:hierBranch val="init"/>
        </dgm:presLayoutVars>
      </dgm:prSet>
      <dgm:spPr/>
    </dgm:pt>
    <dgm:pt modelId="{C0085978-25E2-4535-B4E6-D25AA384D60F}" type="pres">
      <dgm:prSet presAssocID="{A67015C1-7FE6-43D8-B82E-B72BFCED6CE5}" presName="rootComposite" presStyleCnt="0"/>
      <dgm:spPr/>
    </dgm:pt>
    <dgm:pt modelId="{EE643909-7252-4D8A-BB2D-11E2825D17A5}" type="pres">
      <dgm:prSet presAssocID="{A67015C1-7FE6-43D8-B82E-B72BFCED6CE5}" presName="rootText" presStyleLbl="node2" presStyleIdx="2" presStyleCnt="3">
        <dgm:presLayoutVars>
          <dgm:chPref val="3"/>
        </dgm:presLayoutVars>
      </dgm:prSet>
      <dgm:spPr/>
      <dgm:t>
        <a:bodyPr/>
        <a:lstStyle/>
        <a:p>
          <a:endParaRPr lang="fr-FR"/>
        </a:p>
      </dgm:t>
    </dgm:pt>
    <dgm:pt modelId="{CE58C0B5-BD24-4424-B01C-27BCB417B031}" type="pres">
      <dgm:prSet presAssocID="{A67015C1-7FE6-43D8-B82E-B72BFCED6CE5}" presName="rootConnector" presStyleLbl="node2" presStyleIdx="2" presStyleCnt="3"/>
      <dgm:spPr/>
      <dgm:t>
        <a:bodyPr/>
        <a:lstStyle/>
        <a:p>
          <a:endParaRPr lang="fr-FR"/>
        </a:p>
      </dgm:t>
    </dgm:pt>
    <dgm:pt modelId="{05EA5265-8825-44A5-94BE-4563E63B2F99}" type="pres">
      <dgm:prSet presAssocID="{A67015C1-7FE6-43D8-B82E-B72BFCED6CE5}" presName="hierChild4" presStyleCnt="0"/>
      <dgm:spPr/>
    </dgm:pt>
    <dgm:pt modelId="{62E17576-A1A0-4776-858A-F67222426FEF}" type="pres">
      <dgm:prSet presAssocID="{A67015C1-7FE6-43D8-B82E-B72BFCED6CE5}" presName="hierChild5" presStyleCnt="0"/>
      <dgm:spPr/>
    </dgm:pt>
    <dgm:pt modelId="{EF32FDA3-F76F-4155-9443-55141BB6AB9F}" type="pres">
      <dgm:prSet presAssocID="{BB90740A-56D4-46CC-91FC-9CC928CA2AD4}" presName="hierChild3" presStyleCnt="0"/>
      <dgm:spPr/>
    </dgm:pt>
    <dgm:pt modelId="{7BAFFC43-0D85-4AF5-BF91-C07DAA0BA007}" type="pres">
      <dgm:prSet presAssocID="{44F3E742-F74F-404D-BEB8-977340B85A26}" presName="Name111" presStyleLbl="parChTrans1D2" presStyleIdx="3" presStyleCnt="5"/>
      <dgm:spPr/>
      <dgm:t>
        <a:bodyPr/>
        <a:lstStyle/>
        <a:p>
          <a:endParaRPr lang="fr-FR"/>
        </a:p>
      </dgm:t>
    </dgm:pt>
    <dgm:pt modelId="{9FE0D0B3-9BE2-4BAE-8325-0E0BCA262920}" type="pres">
      <dgm:prSet presAssocID="{FDDAF680-9BC3-4368-A04A-F8A96BB32E9A}" presName="hierRoot3" presStyleCnt="0">
        <dgm:presLayoutVars>
          <dgm:hierBranch val="init"/>
        </dgm:presLayoutVars>
      </dgm:prSet>
      <dgm:spPr/>
    </dgm:pt>
    <dgm:pt modelId="{B57BA862-DA10-4046-93C9-8140EAF8E5C2}" type="pres">
      <dgm:prSet presAssocID="{FDDAF680-9BC3-4368-A04A-F8A96BB32E9A}" presName="rootComposite3" presStyleCnt="0"/>
      <dgm:spPr/>
    </dgm:pt>
    <dgm:pt modelId="{C407276C-785B-49C1-B362-53574B672B48}" type="pres">
      <dgm:prSet presAssocID="{FDDAF680-9BC3-4368-A04A-F8A96BB32E9A}" presName="rootText3" presStyleLbl="asst1" presStyleIdx="0" presStyleCnt="2">
        <dgm:presLayoutVars>
          <dgm:chPref val="3"/>
        </dgm:presLayoutVars>
      </dgm:prSet>
      <dgm:spPr/>
      <dgm:t>
        <a:bodyPr/>
        <a:lstStyle/>
        <a:p>
          <a:endParaRPr lang="fr-FR"/>
        </a:p>
      </dgm:t>
    </dgm:pt>
    <dgm:pt modelId="{322912DD-0FED-4A13-BDE1-AA3DC62DEE66}" type="pres">
      <dgm:prSet presAssocID="{FDDAF680-9BC3-4368-A04A-F8A96BB32E9A}" presName="rootConnector3" presStyleLbl="asst1" presStyleIdx="0" presStyleCnt="2"/>
      <dgm:spPr/>
      <dgm:t>
        <a:bodyPr/>
        <a:lstStyle/>
        <a:p>
          <a:endParaRPr lang="fr-FR"/>
        </a:p>
      </dgm:t>
    </dgm:pt>
    <dgm:pt modelId="{8F0E6419-EB7E-4919-A2EF-B2C12FEBD4E0}" type="pres">
      <dgm:prSet presAssocID="{FDDAF680-9BC3-4368-A04A-F8A96BB32E9A}" presName="hierChild6" presStyleCnt="0"/>
      <dgm:spPr/>
    </dgm:pt>
    <dgm:pt modelId="{1E0C1488-E808-4DB2-A08E-BD366465D735}" type="pres">
      <dgm:prSet presAssocID="{FDDAF680-9BC3-4368-A04A-F8A96BB32E9A}" presName="hierChild7" presStyleCnt="0"/>
      <dgm:spPr/>
    </dgm:pt>
    <dgm:pt modelId="{D454CBBF-3679-4F01-B3AA-304C8BD44B97}" type="pres">
      <dgm:prSet presAssocID="{DB20CDFE-36B2-4D16-A196-7DD2B3CB95F5}" presName="Name111" presStyleLbl="parChTrans1D2" presStyleIdx="4" presStyleCnt="5"/>
      <dgm:spPr/>
      <dgm:t>
        <a:bodyPr/>
        <a:lstStyle/>
        <a:p>
          <a:endParaRPr lang="fr-FR"/>
        </a:p>
      </dgm:t>
    </dgm:pt>
    <dgm:pt modelId="{07807400-8D60-4208-80B2-1752C0004DEB}" type="pres">
      <dgm:prSet presAssocID="{4D149F3F-AD06-4647-90D5-CB1C9B53A8D6}" presName="hierRoot3" presStyleCnt="0">
        <dgm:presLayoutVars>
          <dgm:hierBranch val="init"/>
        </dgm:presLayoutVars>
      </dgm:prSet>
      <dgm:spPr/>
    </dgm:pt>
    <dgm:pt modelId="{AACA8A8E-3487-418F-BE70-1C8F6127BA3D}" type="pres">
      <dgm:prSet presAssocID="{4D149F3F-AD06-4647-90D5-CB1C9B53A8D6}" presName="rootComposite3" presStyleCnt="0"/>
      <dgm:spPr/>
    </dgm:pt>
    <dgm:pt modelId="{F61E2F5D-7FCD-4DB8-A75B-A3262A6226BC}" type="pres">
      <dgm:prSet presAssocID="{4D149F3F-AD06-4647-90D5-CB1C9B53A8D6}" presName="rootText3" presStyleLbl="asst1" presStyleIdx="1" presStyleCnt="2">
        <dgm:presLayoutVars>
          <dgm:chPref val="3"/>
        </dgm:presLayoutVars>
      </dgm:prSet>
      <dgm:spPr/>
      <dgm:t>
        <a:bodyPr/>
        <a:lstStyle/>
        <a:p>
          <a:endParaRPr lang="fr-FR"/>
        </a:p>
      </dgm:t>
    </dgm:pt>
    <dgm:pt modelId="{81EE0862-023D-460D-AE1A-1EB23B401060}" type="pres">
      <dgm:prSet presAssocID="{4D149F3F-AD06-4647-90D5-CB1C9B53A8D6}" presName="rootConnector3" presStyleLbl="asst1" presStyleIdx="1" presStyleCnt="2"/>
      <dgm:spPr/>
      <dgm:t>
        <a:bodyPr/>
        <a:lstStyle/>
        <a:p>
          <a:endParaRPr lang="fr-FR"/>
        </a:p>
      </dgm:t>
    </dgm:pt>
    <dgm:pt modelId="{C9D3064D-6056-48B6-BB4A-3395CCA83A17}" type="pres">
      <dgm:prSet presAssocID="{4D149F3F-AD06-4647-90D5-CB1C9B53A8D6}" presName="hierChild6" presStyleCnt="0"/>
      <dgm:spPr/>
    </dgm:pt>
    <dgm:pt modelId="{DC271455-A9B8-461E-BDF8-BCD73A303EFC}" type="pres">
      <dgm:prSet presAssocID="{4D149F3F-AD06-4647-90D5-CB1C9B53A8D6}" presName="hierChild7" presStyleCnt="0"/>
      <dgm:spPr/>
    </dgm:pt>
  </dgm:ptLst>
  <dgm:cxnLst>
    <dgm:cxn modelId="{59278E19-2794-4245-A94A-1032F5634CAF}" type="presOf" srcId="{DB20CDFE-36B2-4D16-A196-7DD2B3CB95F5}" destId="{D454CBBF-3679-4F01-B3AA-304C8BD44B97}" srcOrd="0" destOrd="0" presId="urn:microsoft.com/office/officeart/2005/8/layout/orgChart1"/>
    <dgm:cxn modelId="{966D1D37-4599-452D-8D73-F5D1276C91AC}" type="presOf" srcId="{A67015C1-7FE6-43D8-B82E-B72BFCED6CE5}" destId="{CE58C0B5-BD24-4424-B01C-27BCB417B031}" srcOrd="1" destOrd="0" presId="urn:microsoft.com/office/officeart/2005/8/layout/orgChart1"/>
    <dgm:cxn modelId="{6BBF901B-9DC9-4BB0-B3A7-425B785C5198}" type="presOf" srcId="{54A36FC5-FC93-4DB1-8BD0-25EEF2094A20}" destId="{38FFD617-BC4A-4488-9E7A-D70EA30FE83C}" srcOrd="1" destOrd="0" presId="urn:microsoft.com/office/officeart/2005/8/layout/orgChart1"/>
    <dgm:cxn modelId="{9445F8D9-D59A-4D68-8D04-2E28CD476AE2}" type="presOf" srcId="{A67015C1-7FE6-43D8-B82E-B72BFCED6CE5}" destId="{EE643909-7252-4D8A-BB2D-11E2825D17A5}" srcOrd="0" destOrd="0" presId="urn:microsoft.com/office/officeart/2005/8/layout/orgChart1"/>
    <dgm:cxn modelId="{64F75A17-3EBD-46C2-A767-ADC617E32F12}" type="presOf" srcId="{9297C28E-8F15-4A42-8E67-7DCB551C5A4B}" destId="{FB73C831-3DB1-4ED4-873B-564C2B58A67C}" srcOrd="1" destOrd="0" presId="urn:microsoft.com/office/officeart/2005/8/layout/orgChart1"/>
    <dgm:cxn modelId="{40F03DA5-CDC1-4EED-9CFB-B50084348FA8}" type="presOf" srcId="{051EC5A6-1EB7-498F-97CF-D393F7100178}" destId="{2DAB6EAE-E30B-4837-B105-5BB28A048111}" srcOrd="0" destOrd="0" presId="urn:microsoft.com/office/officeart/2005/8/layout/orgChart1"/>
    <dgm:cxn modelId="{05A2154B-BC1F-4AB8-B4E8-8F94364C0BE4}" srcId="{5671317D-429C-4A5A-92F0-5051D6052492}" destId="{BB90740A-56D4-46CC-91FC-9CC928CA2AD4}" srcOrd="0" destOrd="0" parTransId="{080D25D8-3E90-4199-A823-E6A8CB668897}" sibTransId="{37DB6C2E-5C12-48CE-9339-C5565CB5C993}"/>
    <dgm:cxn modelId="{96AADF23-AA96-44E2-99FF-D56FB1BF070F}" type="presOf" srcId="{FDDAF680-9BC3-4368-A04A-F8A96BB32E9A}" destId="{C407276C-785B-49C1-B362-53574B672B48}" srcOrd="0" destOrd="0" presId="urn:microsoft.com/office/officeart/2005/8/layout/orgChart1"/>
    <dgm:cxn modelId="{723BC7AD-ABA1-4A36-99E0-07C1A88CD5A8}" srcId="{BB90740A-56D4-46CC-91FC-9CC928CA2AD4}" destId="{9297C28E-8F15-4A42-8E67-7DCB551C5A4B}" srcOrd="2" destOrd="0" parTransId="{051EC5A6-1EB7-498F-97CF-D393F7100178}" sibTransId="{EAFFE269-2B85-4DFA-BBDB-AAE4A4AF4C1A}"/>
    <dgm:cxn modelId="{77899411-A081-4577-8F2B-0E2926BF29CF}" type="presOf" srcId="{FDDAF680-9BC3-4368-A04A-F8A96BB32E9A}" destId="{322912DD-0FED-4A13-BDE1-AA3DC62DEE66}" srcOrd="1" destOrd="0" presId="urn:microsoft.com/office/officeart/2005/8/layout/orgChart1"/>
    <dgm:cxn modelId="{7AD1562A-3637-4F87-A649-391C4F1EC279}" type="presOf" srcId="{4D149F3F-AD06-4647-90D5-CB1C9B53A8D6}" destId="{81EE0862-023D-460D-AE1A-1EB23B401060}" srcOrd="1" destOrd="0" presId="urn:microsoft.com/office/officeart/2005/8/layout/orgChart1"/>
    <dgm:cxn modelId="{6182DDFA-7312-41D7-B567-23BED1321E6F}" type="presOf" srcId="{BB90740A-56D4-46CC-91FC-9CC928CA2AD4}" destId="{E1A60553-BD3E-45C9-9659-19ACC441A4C7}" srcOrd="0" destOrd="0" presId="urn:microsoft.com/office/officeart/2005/8/layout/orgChart1"/>
    <dgm:cxn modelId="{FE47CD11-2801-4A14-84DE-90A9DA44D4E1}" type="presOf" srcId="{1C3B77BE-4924-4428-AF50-AF889B74DD5A}" destId="{B037042A-D642-4257-924B-0BF669EF6DCA}" srcOrd="1" destOrd="0" presId="urn:microsoft.com/office/officeart/2005/8/layout/orgChart1"/>
    <dgm:cxn modelId="{2EBB6EB5-4ED5-42A2-8F80-A87AC1808C82}" type="presOf" srcId="{DC98F62F-433D-4598-A1D7-CF929E8CD8AD}" destId="{76F87F22-0D5B-4086-80C3-9A230A87BA7D}" srcOrd="0" destOrd="0" presId="urn:microsoft.com/office/officeart/2005/8/layout/orgChart1"/>
    <dgm:cxn modelId="{FB10EFEC-791A-48FC-A04B-18C72C7244BD}" type="presOf" srcId="{54A36FC5-FC93-4DB1-8BD0-25EEF2094A20}" destId="{BD7EFED8-1185-4008-AECC-057EA0F32C1F}" srcOrd="0" destOrd="0" presId="urn:microsoft.com/office/officeart/2005/8/layout/orgChart1"/>
    <dgm:cxn modelId="{E70F90F5-E0D9-4B65-A285-FCB8830DCAD1}" srcId="{BB90740A-56D4-46CC-91FC-9CC928CA2AD4}" destId="{1C3B77BE-4924-4428-AF50-AF889B74DD5A}" srcOrd="3" destOrd="0" parTransId="{5A879AC8-C03A-41E2-8E18-4F100812CB90}" sibTransId="{CD2D187D-4B61-473D-9060-C7D101D44299}"/>
    <dgm:cxn modelId="{CBBBAB2A-E964-4F7F-86DF-7484DFF05D11}" srcId="{9297C28E-8F15-4A42-8E67-7DCB551C5A4B}" destId="{2851132E-2BA2-47E7-870D-39B925426116}" srcOrd="0" destOrd="0" parTransId="{DC98F62F-433D-4598-A1D7-CF929E8CD8AD}" sibTransId="{8B90B6C1-7799-428B-BCA4-AD4492FC6998}"/>
    <dgm:cxn modelId="{455F43A7-7F6A-4991-8841-B6B36D5DDE93}" type="presOf" srcId="{5671317D-429C-4A5A-92F0-5051D6052492}" destId="{04202783-D8B5-4408-A9EA-2EF5D560EC71}" srcOrd="0" destOrd="0" presId="urn:microsoft.com/office/officeart/2005/8/layout/orgChart1"/>
    <dgm:cxn modelId="{5637AACA-7BCB-47C8-9BEB-2C08E626BF22}" type="presOf" srcId="{BB90740A-56D4-46CC-91FC-9CC928CA2AD4}" destId="{2FCBE5AA-FD02-4035-A68C-3514466065B1}" srcOrd="1" destOrd="0" presId="urn:microsoft.com/office/officeart/2005/8/layout/orgChart1"/>
    <dgm:cxn modelId="{486F6984-0373-4CEB-9764-20DA875C4356}" type="presOf" srcId="{2851132E-2BA2-47E7-870D-39B925426116}" destId="{642BC185-B748-4EDA-AF0B-929C9CF3C6DB}" srcOrd="1" destOrd="0" presId="urn:microsoft.com/office/officeart/2005/8/layout/orgChart1"/>
    <dgm:cxn modelId="{60F38B9D-C290-4F95-B2D2-D4DC15B6B2C5}" type="presOf" srcId="{1C3B77BE-4924-4428-AF50-AF889B74DD5A}" destId="{431819AE-07EA-49BC-A09E-9ECD258441A6}" srcOrd="0" destOrd="0" presId="urn:microsoft.com/office/officeart/2005/8/layout/orgChart1"/>
    <dgm:cxn modelId="{1A27FF76-DE92-453C-8759-CD14EF2E04D7}" srcId="{BB90740A-56D4-46CC-91FC-9CC928CA2AD4}" destId="{4D149F3F-AD06-4647-90D5-CB1C9B53A8D6}" srcOrd="1" destOrd="0" parTransId="{DB20CDFE-36B2-4D16-A196-7DD2B3CB95F5}" sibTransId="{11F6B775-02DE-4C32-82F6-5B4694D0F03D}"/>
    <dgm:cxn modelId="{417E5FE6-717B-47E1-812A-FCAF57A8CA53}" type="presOf" srcId="{01D53248-8214-4EE7-AA8D-F683CCA87899}" destId="{25E70185-DE2C-47FD-8058-EB822ACFBBFC}" srcOrd="0" destOrd="0" presId="urn:microsoft.com/office/officeart/2005/8/layout/orgChart1"/>
    <dgm:cxn modelId="{EE31FD0B-9A25-4C10-BF04-968E8A72F9A3}" type="presOf" srcId="{44F3E742-F74F-404D-BEB8-977340B85A26}" destId="{7BAFFC43-0D85-4AF5-BF91-C07DAA0BA007}" srcOrd="0" destOrd="0" presId="urn:microsoft.com/office/officeart/2005/8/layout/orgChart1"/>
    <dgm:cxn modelId="{C48EC69D-3857-4862-AF61-CDA7F8667E58}" type="presOf" srcId="{2851132E-2BA2-47E7-870D-39B925426116}" destId="{603B9CFB-B2A5-4C4F-B002-9015710B87B4}" srcOrd="0" destOrd="0" presId="urn:microsoft.com/office/officeart/2005/8/layout/orgChart1"/>
    <dgm:cxn modelId="{34839899-8E63-4390-8055-FEEAA9640FD5}" type="presOf" srcId="{33899D42-53BD-4675-9A4F-184372B2942B}" destId="{AC3BE0A1-E1C2-442B-86F7-24F42B42CC28}" srcOrd="0" destOrd="0" presId="urn:microsoft.com/office/officeart/2005/8/layout/orgChart1"/>
    <dgm:cxn modelId="{A8361E1A-7598-4F0C-8AC2-A34F7C1E7FBA}" type="presOf" srcId="{9297C28E-8F15-4A42-8E67-7DCB551C5A4B}" destId="{96BF4580-BCB9-423C-B585-2170594DCBF8}" srcOrd="0" destOrd="0" presId="urn:microsoft.com/office/officeart/2005/8/layout/orgChart1"/>
    <dgm:cxn modelId="{3DF8304E-6D77-4B69-99E8-0F4B4203CA55}" type="presOf" srcId="{5A879AC8-C03A-41E2-8E18-4F100812CB90}" destId="{16A161A1-025F-4EE9-857A-9CFE287600D5}" srcOrd="0" destOrd="0" presId="urn:microsoft.com/office/officeart/2005/8/layout/orgChart1"/>
    <dgm:cxn modelId="{DB0CB5D1-F9DC-485C-B1E8-199EDB374AA3}" srcId="{BB90740A-56D4-46CC-91FC-9CC928CA2AD4}" destId="{A67015C1-7FE6-43D8-B82E-B72BFCED6CE5}" srcOrd="4" destOrd="0" parTransId="{01D53248-8214-4EE7-AA8D-F683CCA87899}" sibTransId="{2BE83D80-7879-4F57-A78B-F2E9FEB59BE3}"/>
    <dgm:cxn modelId="{4B36D252-520F-4315-B9FA-8B5EBF3138CA}" type="presOf" srcId="{4D149F3F-AD06-4647-90D5-CB1C9B53A8D6}" destId="{F61E2F5D-7FCD-4DB8-A75B-A3262A6226BC}" srcOrd="0" destOrd="0" presId="urn:microsoft.com/office/officeart/2005/8/layout/orgChart1"/>
    <dgm:cxn modelId="{F835AA77-0DBA-40FF-96FB-A8A7BC7E483A}" srcId="{BB90740A-56D4-46CC-91FC-9CC928CA2AD4}" destId="{FDDAF680-9BC3-4368-A04A-F8A96BB32E9A}" srcOrd="0" destOrd="0" parTransId="{44F3E742-F74F-404D-BEB8-977340B85A26}" sibTransId="{DD0DD5A3-872C-4000-BC3C-24CB2EC7904F}"/>
    <dgm:cxn modelId="{10CA310D-A14C-4D0D-89CF-A2673D9BEDF9}" srcId="{1C3B77BE-4924-4428-AF50-AF889B74DD5A}" destId="{54A36FC5-FC93-4DB1-8BD0-25EEF2094A20}" srcOrd="0" destOrd="0" parTransId="{33899D42-53BD-4675-9A4F-184372B2942B}" sibTransId="{48790E9C-3785-4FD1-A64A-725A4C81E0B9}"/>
    <dgm:cxn modelId="{4BF08BD4-E9BF-46E9-A602-87277801FE97}" type="presParOf" srcId="{04202783-D8B5-4408-A9EA-2EF5D560EC71}" destId="{DF28F31A-CBCB-4F97-A287-95785410AB61}" srcOrd="0" destOrd="0" presId="urn:microsoft.com/office/officeart/2005/8/layout/orgChart1"/>
    <dgm:cxn modelId="{14A03DC4-094D-413D-A571-6296F24746B7}" type="presParOf" srcId="{DF28F31A-CBCB-4F97-A287-95785410AB61}" destId="{941BF172-76B8-4F0D-855D-51A75F131C6A}" srcOrd="0" destOrd="0" presId="urn:microsoft.com/office/officeart/2005/8/layout/orgChart1"/>
    <dgm:cxn modelId="{A7356D8D-A6E6-413F-A6F1-BDC709F53815}" type="presParOf" srcId="{941BF172-76B8-4F0D-855D-51A75F131C6A}" destId="{E1A60553-BD3E-45C9-9659-19ACC441A4C7}" srcOrd="0" destOrd="0" presId="urn:microsoft.com/office/officeart/2005/8/layout/orgChart1"/>
    <dgm:cxn modelId="{0DC9A68C-F2A0-42DC-A787-ED5EE3B32B2D}" type="presParOf" srcId="{941BF172-76B8-4F0D-855D-51A75F131C6A}" destId="{2FCBE5AA-FD02-4035-A68C-3514466065B1}" srcOrd="1" destOrd="0" presId="urn:microsoft.com/office/officeart/2005/8/layout/orgChart1"/>
    <dgm:cxn modelId="{2968981F-22D9-4A91-8EAB-FD9CABF5D90B}" type="presParOf" srcId="{DF28F31A-CBCB-4F97-A287-95785410AB61}" destId="{A3CB1E27-E0E4-4073-AEE2-A2C45D4A00E5}" srcOrd="1" destOrd="0" presId="urn:microsoft.com/office/officeart/2005/8/layout/orgChart1"/>
    <dgm:cxn modelId="{867A8623-A68F-42C4-B3CD-13A38CAC1AA0}" type="presParOf" srcId="{A3CB1E27-E0E4-4073-AEE2-A2C45D4A00E5}" destId="{2DAB6EAE-E30B-4837-B105-5BB28A048111}" srcOrd="0" destOrd="0" presId="urn:microsoft.com/office/officeart/2005/8/layout/orgChart1"/>
    <dgm:cxn modelId="{CD3DAA73-2799-49D7-9297-E84D8F92E648}" type="presParOf" srcId="{A3CB1E27-E0E4-4073-AEE2-A2C45D4A00E5}" destId="{53E6219A-37AF-49B2-8C3E-1014BE25095D}" srcOrd="1" destOrd="0" presId="urn:microsoft.com/office/officeart/2005/8/layout/orgChart1"/>
    <dgm:cxn modelId="{42B1C175-52A5-4F87-9D6E-796D340880E4}" type="presParOf" srcId="{53E6219A-37AF-49B2-8C3E-1014BE25095D}" destId="{EF31F73F-7155-432B-B35E-D21369D095E0}" srcOrd="0" destOrd="0" presId="urn:microsoft.com/office/officeart/2005/8/layout/orgChart1"/>
    <dgm:cxn modelId="{1810AD8C-B170-4939-8FD0-DA69BD422ACF}" type="presParOf" srcId="{EF31F73F-7155-432B-B35E-D21369D095E0}" destId="{96BF4580-BCB9-423C-B585-2170594DCBF8}" srcOrd="0" destOrd="0" presId="urn:microsoft.com/office/officeart/2005/8/layout/orgChart1"/>
    <dgm:cxn modelId="{06B974AC-D5C2-4CA5-9059-8F35690B97AD}" type="presParOf" srcId="{EF31F73F-7155-432B-B35E-D21369D095E0}" destId="{FB73C831-3DB1-4ED4-873B-564C2B58A67C}" srcOrd="1" destOrd="0" presId="urn:microsoft.com/office/officeart/2005/8/layout/orgChart1"/>
    <dgm:cxn modelId="{10376409-AA00-4480-B5DF-C9E525742DD5}" type="presParOf" srcId="{53E6219A-37AF-49B2-8C3E-1014BE25095D}" destId="{995F5964-6041-4F9D-B5F4-CD304C5CBD7E}" srcOrd="1" destOrd="0" presId="urn:microsoft.com/office/officeart/2005/8/layout/orgChart1"/>
    <dgm:cxn modelId="{43538519-6F92-4C69-82B3-BCA1DF0234DD}" type="presParOf" srcId="{995F5964-6041-4F9D-B5F4-CD304C5CBD7E}" destId="{76F87F22-0D5B-4086-80C3-9A230A87BA7D}" srcOrd="0" destOrd="0" presId="urn:microsoft.com/office/officeart/2005/8/layout/orgChart1"/>
    <dgm:cxn modelId="{2DE3B1A5-1CC4-4B19-8631-E97DCE6C4FE2}" type="presParOf" srcId="{995F5964-6041-4F9D-B5F4-CD304C5CBD7E}" destId="{B45D0492-4FD1-402A-B0A9-55D4914FF8C1}" srcOrd="1" destOrd="0" presId="urn:microsoft.com/office/officeart/2005/8/layout/orgChart1"/>
    <dgm:cxn modelId="{56E8ED47-C45E-447A-890B-AA2FBEAE2358}" type="presParOf" srcId="{B45D0492-4FD1-402A-B0A9-55D4914FF8C1}" destId="{BAFF0ADA-6CE2-4177-9EB3-85F7BB19A1EF}" srcOrd="0" destOrd="0" presId="urn:microsoft.com/office/officeart/2005/8/layout/orgChart1"/>
    <dgm:cxn modelId="{BC2E9318-B77E-44D8-9586-2B539ED464FB}" type="presParOf" srcId="{BAFF0ADA-6CE2-4177-9EB3-85F7BB19A1EF}" destId="{603B9CFB-B2A5-4C4F-B002-9015710B87B4}" srcOrd="0" destOrd="0" presId="urn:microsoft.com/office/officeart/2005/8/layout/orgChart1"/>
    <dgm:cxn modelId="{BF6321F8-1587-4C4C-8D2A-CB782BC7AB86}" type="presParOf" srcId="{BAFF0ADA-6CE2-4177-9EB3-85F7BB19A1EF}" destId="{642BC185-B748-4EDA-AF0B-929C9CF3C6DB}" srcOrd="1" destOrd="0" presId="urn:microsoft.com/office/officeart/2005/8/layout/orgChart1"/>
    <dgm:cxn modelId="{A79C6F45-F94B-40EE-AFE2-7C3E0B73BA4F}" type="presParOf" srcId="{B45D0492-4FD1-402A-B0A9-55D4914FF8C1}" destId="{2FC84786-384C-4451-89FF-01710F7BFE01}" srcOrd="1" destOrd="0" presId="urn:microsoft.com/office/officeart/2005/8/layout/orgChart1"/>
    <dgm:cxn modelId="{F35E9A16-DC4E-4761-88D9-682A771CED11}" type="presParOf" srcId="{B45D0492-4FD1-402A-B0A9-55D4914FF8C1}" destId="{649E2CD9-8CC1-461C-B793-08E39033A47F}" srcOrd="2" destOrd="0" presId="urn:microsoft.com/office/officeart/2005/8/layout/orgChart1"/>
    <dgm:cxn modelId="{57FA3936-4DE8-4F2F-B3F7-A50567ACBA30}" type="presParOf" srcId="{53E6219A-37AF-49B2-8C3E-1014BE25095D}" destId="{73FF386A-D618-437C-96C1-3A05A974DF89}" srcOrd="2" destOrd="0" presId="urn:microsoft.com/office/officeart/2005/8/layout/orgChart1"/>
    <dgm:cxn modelId="{3C30B936-2822-409C-B02E-324C8AE3AB80}" type="presParOf" srcId="{A3CB1E27-E0E4-4073-AEE2-A2C45D4A00E5}" destId="{16A161A1-025F-4EE9-857A-9CFE287600D5}" srcOrd="2" destOrd="0" presId="urn:microsoft.com/office/officeart/2005/8/layout/orgChart1"/>
    <dgm:cxn modelId="{ADCEE020-6838-4671-A1B7-88CE6092A68A}" type="presParOf" srcId="{A3CB1E27-E0E4-4073-AEE2-A2C45D4A00E5}" destId="{79E29E3F-CE03-41BC-B3AF-6B6916926FFB}" srcOrd="3" destOrd="0" presId="urn:microsoft.com/office/officeart/2005/8/layout/orgChart1"/>
    <dgm:cxn modelId="{887A8A93-12DE-4BAC-879E-C1077682A801}" type="presParOf" srcId="{79E29E3F-CE03-41BC-B3AF-6B6916926FFB}" destId="{2A35CF27-C9D9-4489-A830-7F54955FB076}" srcOrd="0" destOrd="0" presId="urn:microsoft.com/office/officeart/2005/8/layout/orgChart1"/>
    <dgm:cxn modelId="{7929FE74-088A-44FE-89CE-6FA140FB4E81}" type="presParOf" srcId="{2A35CF27-C9D9-4489-A830-7F54955FB076}" destId="{431819AE-07EA-49BC-A09E-9ECD258441A6}" srcOrd="0" destOrd="0" presId="urn:microsoft.com/office/officeart/2005/8/layout/orgChart1"/>
    <dgm:cxn modelId="{6603258F-17B0-48EA-83EA-6E7F776602E0}" type="presParOf" srcId="{2A35CF27-C9D9-4489-A830-7F54955FB076}" destId="{B037042A-D642-4257-924B-0BF669EF6DCA}" srcOrd="1" destOrd="0" presId="urn:microsoft.com/office/officeart/2005/8/layout/orgChart1"/>
    <dgm:cxn modelId="{044863D7-B080-49D3-B12E-313736E46556}" type="presParOf" srcId="{79E29E3F-CE03-41BC-B3AF-6B6916926FFB}" destId="{700A1341-D5F5-4C7C-9CD1-9204BCBEE20F}" srcOrd="1" destOrd="0" presId="urn:microsoft.com/office/officeart/2005/8/layout/orgChart1"/>
    <dgm:cxn modelId="{5BD089C4-235F-4F07-920B-64554760F77C}" type="presParOf" srcId="{700A1341-D5F5-4C7C-9CD1-9204BCBEE20F}" destId="{AC3BE0A1-E1C2-442B-86F7-24F42B42CC28}" srcOrd="0" destOrd="0" presId="urn:microsoft.com/office/officeart/2005/8/layout/orgChart1"/>
    <dgm:cxn modelId="{9299B624-924E-4001-8D3D-C799FE9B99C8}" type="presParOf" srcId="{700A1341-D5F5-4C7C-9CD1-9204BCBEE20F}" destId="{E2556B9F-61B0-45E7-881A-6EC5C1E17FB2}" srcOrd="1" destOrd="0" presId="urn:microsoft.com/office/officeart/2005/8/layout/orgChart1"/>
    <dgm:cxn modelId="{3891A0B2-2F2D-4446-99E7-D48A3722BAA9}" type="presParOf" srcId="{E2556B9F-61B0-45E7-881A-6EC5C1E17FB2}" destId="{578270C4-6034-4AA0-BD51-DD420570EA14}" srcOrd="0" destOrd="0" presId="urn:microsoft.com/office/officeart/2005/8/layout/orgChart1"/>
    <dgm:cxn modelId="{DBB318F0-9A9A-484B-B59E-B31A42C18472}" type="presParOf" srcId="{578270C4-6034-4AA0-BD51-DD420570EA14}" destId="{BD7EFED8-1185-4008-AECC-057EA0F32C1F}" srcOrd="0" destOrd="0" presId="urn:microsoft.com/office/officeart/2005/8/layout/orgChart1"/>
    <dgm:cxn modelId="{6EE3D0C2-3937-46B8-A86E-C03E4E74625D}" type="presParOf" srcId="{578270C4-6034-4AA0-BD51-DD420570EA14}" destId="{38FFD617-BC4A-4488-9E7A-D70EA30FE83C}" srcOrd="1" destOrd="0" presId="urn:microsoft.com/office/officeart/2005/8/layout/orgChart1"/>
    <dgm:cxn modelId="{CE179E1A-2B62-407C-92DA-15ACFF1874A8}" type="presParOf" srcId="{E2556B9F-61B0-45E7-881A-6EC5C1E17FB2}" destId="{9CDA9779-29E1-4D3E-85F0-9C88CF54EE00}" srcOrd="1" destOrd="0" presId="urn:microsoft.com/office/officeart/2005/8/layout/orgChart1"/>
    <dgm:cxn modelId="{E0667480-55C1-4D51-8A93-75BADA12FBDD}" type="presParOf" srcId="{E2556B9F-61B0-45E7-881A-6EC5C1E17FB2}" destId="{81D18985-0057-4A7D-AADA-7308DEB4D94B}" srcOrd="2" destOrd="0" presId="urn:microsoft.com/office/officeart/2005/8/layout/orgChart1"/>
    <dgm:cxn modelId="{61F51B78-4299-4F8B-8C2B-2D077B74DD09}" type="presParOf" srcId="{79E29E3F-CE03-41BC-B3AF-6B6916926FFB}" destId="{79876697-75B0-41C6-BB75-8BAABEC90430}" srcOrd="2" destOrd="0" presId="urn:microsoft.com/office/officeart/2005/8/layout/orgChart1"/>
    <dgm:cxn modelId="{2C5FABE7-78D6-4A4A-A632-557446745E8F}" type="presParOf" srcId="{A3CB1E27-E0E4-4073-AEE2-A2C45D4A00E5}" destId="{25E70185-DE2C-47FD-8058-EB822ACFBBFC}" srcOrd="4" destOrd="0" presId="urn:microsoft.com/office/officeart/2005/8/layout/orgChart1"/>
    <dgm:cxn modelId="{36110209-2EE4-448C-AFBB-B71DB87E9E39}" type="presParOf" srcId="{A3CB1E27-E0E4-4073-AEE2-A2C45D4A00E5}" destId="{49C91E7E-9A5C-4D82-BDBD-50D0D7A33287}" srcOrd="5" destOrd="0" presId="urn:microsoft.com/office/officeart/2005/8/layout/orgChart1"/>
    <dgm:cxn modelId="{2818F565-849C-4826-B2C8-935350D0C2D5}" type="presParOf" srcId="{49C91E7E-9A5C-4D82-BDBD-50D0D7A33287}" destId="{C0085978-25E2-4535-B4E6-D25AA384D60F}" srcOrd="0" destOrd="0" presId="urn:microsoft.com/office/officeart/2005/8/layout/orgChart1"/>
    <dgm:cxn modelId="{B268D755-42DD-4BA6-AFC2-126650128C8A}" type="presParOf" srcId="{C0085978-25E2-4535-B4E6-D25AA384D60F}" destId="{EE643909-7252-4D8A-BB2D-11E2825D17A5}" srcOrd="0" destOrd="0" presId="urn:microsoft.com/office/officeart/2005/8/layout/orgChart1"/>
    <dgm:cxn modelId="{4F3812C5-660E-4D1E-9C15-BB8264896DFE}" type="presParOf" srcId="{C0085978-25E2-4535-B4E6-D25AA384D60F}" destId="{CE58C0B5-BD24-4424-B01C-27BCB417B031}" srcOrd="1" destOrd="0" presId="urn:microsoft.com/office/officeart/2005/8/layout/orgChart1"/>
    <dgm:cxn modelId="{8D195C80-B146-46AD-9400-4BB3703DD1E6}" type="presParOf" srcId="{49C91E7E-9A5C-4D82-BDBD-50D0D7A33287}" destId="{05EA5265-8825-44A5-94BE-4563E63B2F99}" srcOrd="1" destOrd="0" presId="urn:microsoft.com/office/officeart/2005/8/layout/orgChart1"/>
    <dgm:cxn modelId="{5F6E64B8-5643-4103-B016-95506327484D}" type="presParOf" srcId="{49C91E7E-9A5C-4D82-BDBD-50D0D7A33287}" destId="{62E17576-A1A0-4776-858A-F67222426FEF}" srcOrd="2" destOrd="0" presId="urn:microsoft.com/office/officeart/2005/8/layout/orgChart1"/>
    <dgm:cxn modelId="{43AD16E1-074C-4FD4-836D-C8CE398CB30F}" type="presParOf" srcId="{DF28F31A-CBCB-4F97-A287-95785410AB61}" destId="{EF32FDA3-F76F-4155-9443-55141BB6AB9F}" srcOrd="2" destOrd="0" presId="urn:microsoft.com/office/officeart/2005/8/layout/orgChart1"/>
    <dgm:cxn modelId="{860442FB-B9AA-4F2E-A576-2E2AD9A965BB}" type="presParOf" srcId="{EF32FDA3-F76F-4155-9443-55141BB6AB9F}" destId="{7BAFFC43-0D85-4AF5-BF91-C07DAA0BA007}" srcOrd="0" destOrd="0" presId="urn:microsoft.com/office/officeart/2005/8/layout/orgChart1"/>
    <dgm:cxn modelId="{CAB1E64B-E53F-4D55-8286-BEB189673FA2}" type="presParOf" srcId="{EF32FDA3-F76F-4155-9443-55141BB6AB9F}" destId="{9FE0D0B3-9BE2-4BAE-8325-0E0BCA262920}" srcOrd="1" destOrd="0" presId="urn:microsoft.com/office/officeart/2005/8/layout/orgChart1"/>
    <dgm:cxn modelId="{11CBC00C-BD50-4913-9B78-2388861339E2}" type="presParOf" srcId="{9FE0D0B3-9BE2-4BAE-8325-0E0BCA262920}" destId="{B57BA862-DA10-4046-93C9-8140EAF8E5C2}" srcOrd="0" destOrd="0" presId="urn:microsoft.com/office/officeart/2005/8/layout/orgChart1"/>
    <dgm:cxn modelId="{BEDC891E-9EE0-4683-AD93-A4F6A1A93954}" type="presParOf" srcId="{B57BA862-DA10-4046-93C9-8140EAF8E5C2}" destId="{C407276C-785B-49C1-B362-53574B672B48}" srcOrd="0" destOrd="0" presId="urn:microsoft.com/office/officeart/2005/8/layout/orgChart1"/>
    <dgm:cxn modelId="{DB7C5C7D-1A62-4169-9D7F-739CC74BA01B}" type="presParOf" srcId="{B57BA862-DA10-4046-93C9-8140EAF8E5C2}" destId="{322912DD-0FED-4A13-BDE1-AA3DC62DEE66}" srcOrd="1" destOrd="0" presId="urn:microsoft.com/office/officeart/2005/8/layout/orgChart1"/>
    <dgm:cxn modelId="{0940A56F-35FE-49E0-92BB-9AE9595EEDCB}" type="presParOf" srcId="{9FE0D0B3-9BE2-4BAE-8325-0E0BCA262920}" destId="{8F0E6419-EB7E-4919-A2EF-B2C12FEBD4E0}" srcOrd="1" destOrd="0" presId="urn:microsoft.com/office/officeart/2005/8/layout/orgChart1"/>
    <dgm:cxn modelId="{C0390DA2-3913-4D37-9DE9-2D48E61571FD}" type="presParOf" srcId="{9FE0D0B3-9BE2-4BAE-8325-0E0BCA262920}" destId="{1E0C1488-E808-4DB2-A08E-BD366465D735}" srcOrd="2" destOrd="0" presId="urn:microsoft.com/office/officeart/2005/8/layout/orgChart1"/>
    <dgm:cxn modelId="{0856B4D6-A8BB-46EB-A92B-487D2B732283}" type="presParOf" srcId="{EF32FDA3-F76F-4155-9443-55141BB6AB9F}" destId="{D454CBBF-3679-4F01-B3AA-304C8BD44B97}" srcOrd="2" destOrd="0" presId="urn:microsoft.com/office/officeart/2005/8/layout/orgChart1"/>
    <dgm:cxn modelId="{724CF5B5-529E-42B1-A5A3-BA6317B1BE69}" type="presParOf" srcId="{EF32FDA3-F76F-4155-9443-55141BB6AB9F}" destId="{07807400-8D60-4208-80B2-1752C0004DEB}" srcOrd="3" destOrd="0" presId="urn:microsoft.com/office/officeart/2005/8/layout/orgChart1"/>
    <dgm:cxn modelId="{9A976526-D22B-4C96-9875-2830142D5F58}" type="presParOf" srcId="{07807400-8D60-4208-80B2-1752C0004DEB}" destId="{AACA8A8E-3487-418F-BE70-1C8F6127BA3D}" srcOrd="0" destOrd="0" presId="urn:microsoft.com/office/officeart/2005/8/layout/orgChart1"/>
    <dgm:cxn modelId="{8A71652F-19D3-4519-867B-856724BCB37A}" type="presParOf" srcId="{AACA8A8E-3487-418F-BE70-1C8F6127BA3D}" destId="{F61E2F5D-7FCD-4DB8-A75B-A3262A6226BC}" srcOrd="0" destOrd="0" presId="urn:microsoft.com/office/officeart/2005/8/layout/orgChart1"/>
    <dgm:cxn modelId="{030513B2-638A-4AF5-9483-5CFCF0C91064}" type="presParOf" srcId="{AACA8A8E-3487-418F-BE70-1C8F6127BA3D}" destId="{81EE0862-023D-460D-AE1A-1EB23B401060}" srcOrd="1" destOrd="0" presId="urn:microsoft.com/office/officeart/2005/8/layout/orgChart1"/>
    <dgm:cxn modelId="{B63F5829-6F01-483B-A59C-9F5307ABD594}" type="presParOf" srcId="{07807400-8D60-4208-80B2-1752C0004DEB}" destId="{C9D3064D-6056-48B6-BB4A-3395CCA83A17}" srcOrd="1" destOrd="0" presId="urn:microsoft.com/office/officeart/2005/8/layout/orgChart1"/>
    <dgm:cxn modelId="{09AF9EE0-8852-492A-A312-2338DB7F3A33}" type="presParOf" srcId="{07807400-8D60-4208-80B2-1752C0004DEB}" destId="{DC271455-A9B8-461E-BDF8-BCD73A303EFC}"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54CBBF-3679-4F01-B3AA-304C8BD44B97}">
      <dsp:nvSpPr>
        <dsp:cNvPr id="0" name=""/>
        <dsp:cNvSpPr/>
      </dsp:nvSpPr>
      <dsp:spPr>
        <a:xfrm>
          <a:off x="3487058" y="831529"/>
          <a:ext cx="174310" cy="763645"/>
        </a:xfrm>
        <a:custGeom>
          <a:avLst/>
          <a:gdLst/>
          <a:ahLst/>
          <a:cxnLst/>
          <a:rect l="0" t="0" r="0" b="0"/>
          <a:pathLst>
            <a:path>
              <a:moveTo>
                <a:pt x="0" y="0"/>
              </a:moveTo>
              <a:lnTo>
                <a:pt x="0" y="763645"/>
              </a:lnTo>
              <a:lnTo>
                <a:pt x="174310" y="7636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AFFC43-0D85-4AF5-BF91-C07DAA0BA007}">
      <dsp:nvSpPr>
        <dsp:cNvPr id="0" name=""/>
        <dsp:cNvSpPr/>
      </dsp:nvSpPr>
      <dsp:spPr>
        <a:xfrm>
          <a:off x="3312748" y="831529"/>
          <a:ext cx="174310" cy="763645"/>
        </a:xfrm>
        <a:custGeom>
          <a:avLst/>
          <a:gdLst/>
          <a:ahLst/>
          <a:cxnLst/>
          <a:rect l="0" t="0" r="0" b="0"/>
          <a:pathLst>
            <a:path>
              <a:moveTo>
                <a:pt x="174310" y="0"/>
              </a:moveTo>
              <a:lnTo>
                <a:pt x="174310" y="763645"/>
              </a:lnTo>
              <a:lnTo>
                <a:pt x="0" y="7636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E70185-DE2C-47FD-8058-EB822ACFBBFC}">
      <dsp:nvSpPr>
        <dsp:cNvPr id="0" name=""/>
        <dsp:cNvSpPr/>
      </dsp:nvSpPr>
      <dsp:spPr>
        <a:xfrm>
          <a:off x="3487058" y="831529"/>
          <a:ext cx="2008719" cy="1527290"/>
        </a:xfrm>
        <a:custGeom>
          <a:avLst/>
          <a:gdLst/>
          <a:ahLst/>
          <a:cxnLst/>
          <a:rect l="0" t="0" r="0" b="0"/>
          <a:pathLst>
            <a:path>
              <a:moveTo>
                <a:pt x="0" y="0"/>
              </a:moveTo>
              <a:lnTo>
                <a:pt x="0" y="1352980"/>
              </a:lnTo>
              <a:lnTo>
                <a:pt x="2008719" y="1352980"/>
              </a:lnTo>
              <a:lnTo>
                <a:pt x="2008719" y="152729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3BE0A1-E1C2-442B-86F7-24F42B42CC28}">
      <dsp:nvSpPr>
        <dsp:cNvPr id="0" name=""/>
        <dsp:cNvSpPr/>
      </dsp:nvSpPr>
      <dsp:spPr>
        <a:xfrm>
          <a:off x="2823019" y="3188869"/>
          <a:ext cx="249014" cy="763645"/>
        </a:xfrm>
        <a:custGeom>
          <a:avLst/>
          <a:gdLst/>
          <a:ahLst/>
          <a:cxnLst/>
          <a:rect l="0" t="0" r="0" b="0"/>
          <a:pathLst>
            <a:path>
              <a:moveTo>
                <a:pt x="0" y="0"/>
              </a:moveTo>
              <a:lnTo>
                <a:pt x="0" y="763645"/>
              </a:lnTo>
              <a:lnTo>
                <a:pt x="249014" y="7636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A161A1-025F-4EE9-857A-9CFE287600D5}">
      <dsp:nvSpPr>
        <dsp:cNvPr id="0" name=""/>
        <dsp:cNvSpPr/>
      </dsp:nvSpPr>
      <dsp:spPr>
        <a:xfrm>
          <a:off x="3441338" y="831529"/>
          <a:ext cx="91440" cy="1527290"/>
        </a:xfrm>
        <a:custGeom>
          <a:avLst/>
          <a:gdLst/>
          <a:ahLst/>
          <a:cxnLst/>
          <a:rect l="0" t="0" r="0" b="0"/>
          <a:pathLst>
            <a:path>
              <a:moveTo>
                <a:pt x="45720" y="0"/>
              </a:moveTo>
              <a:lnTo>
                <a:pt x="45720" y="152729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F87F22-0D5B-4086-80C3-9A230A87BA7D}">
      <dsp:nvSpPr>
        <dsp:cNvPr id="0" name=""/>
        <dsp:cNvSpPr/>
      </dsp:nvSpPr>
      <dsp:spPr>
        <a:xfrm>
          <a:off x="814299" y="3188869"/>
          <a:ext cx="249014" cy="763645"/>
        </a:xfrm>
        <a:custGeom>
          <a:avLst/>
          <a:gdLst/>
          <a:ahLst/>
          <a:cxnLst/>
          <a:rect l="0" t="0" r="0" b="0"/>
          <a:pathLst>
            <a:path>
              <a:moveTo>
                <a:pt x="0" y="0"/>
              </a:moveTo>
              <a:lnTo>
                <a:pt x="0" y="763645"/>
              </a:lnTo>
              <a:lnTo>
                <a:pt x="249014" y="7636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AB6EAE-E30B-4837-B105-5BB28A048111}">
      <dsp:nvSpPr>
        <dsp:cNvPr id="0" name=""/>
        <dsp:cNvSpPr/>
      </dsp:nvSpPr>
      <dsp:spPr>
        <a:xfrm>
          <a:off x="1478339" y="831529"/>
          <a:ext cx="2008719" cy="1527290"/>
        </a:xfrm>
        <a:custGeom>
          <a:avLst/>
          <a:gdLst/>
          <a:ahLst/>
          <a:cxnLst/>
          <a:rect l="0" t="0" r="0" b="0"/>
          <a:pathLst>
            <a:path>
              <a:moveTo>
                <a:pt x="2008719" y="0"/>
              </a:moveTo>
              <a:lnTo>
                <a:pt x="2008719" y="1352980"/>
              </a:lnTo>
              <a:lnTo>
                <a:pt x="0" y="1352980"/>
              </a:lnTo>
              <a:lnTo>
                <a:pt x="0" y="152729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A60553-BD3E-45C9-9659-19ACC441A4C7}">
      <dsp:nvSpPr>
        <dsp:cNvPr id="0" name=""/>
        <dsp:cNvSpPr/>
      </dsp:nvSpPr>
      <dsp:spPr>
        <a:xfrm>
          <a:off x="2657009" y="1479"/>
          <a:ext cx="1660098" cy="830049"/>
        </a:xfrm>
        <a:prstGeom prst="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fr-FR" sz="1400" kern="1200" dirty="0"/>
            <a:t>Conseillers(Partenaire et Parrain)</a:t>
          </a:r>
          <a:endParaRPr lang="x-none" sz="1400" kern="1200" dirty="0"/>
        </a:p>
      </dsp:txBody>
      <dsp:txXfrm>
        <a:off x="2657009" y="1479"/>
        <a:ext cx="1660098" cy="830049"/>
      </dsp:txXfrm>
    </dsp:sp>
    <dsp:sp modelId="{96BF4580-BCB9-423C-B585-2170594DCBF8}">
      <dsp:nvSpPr>
        <dsp:cNvPr id="0" name=""/>
        <dsp:cNvSpPr/>
      </dsp:nvSpPr>
      <dsp:spPr>
        <a:xfrm>
          <a:off x="648289" y="2358819"/>
          <a:ext cx="1660098" cy="830049"/>
        </a:xfrm>
        <a:prstGeom prst="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fr-FR" sz="1400" kern="1200" dirty="0"/>
            <a:t>Chef de projet</a:t>
          </a:r>
          <a:endParaRPr lang="x-none" sz="1400" kern="1200" dirty="0"/>
        </a:p>
      </dsp:txBody>
      <dsp:txXfrm>
        <a:off x="648289" y="2358819"/>
        <a:ext cx="1660098" cy="830049"/>
      </dsp:txXfrm>
    </dsp:sp>
    <dsp:sp modelId="{603B9CFB-B2A5-4C4F-B002-9015710B87B4}">
      <dsp:nvSpPr>
        <dsp:cNvPr id="0" name=""/>
        <dsp:cNvSpPr/>
      </dsp:nvSpPr>
      <dsp:spPr>
        <a:xfrm>
          <a:off x="1063314" y="3537489"/>
          <a:ext cx="1660098" cy="830049"/>
        </a:xfrm>
        <a:prstGeom prst="rect">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fr-FR" sz="1400" kern="1200" dirty="0"/>
            <a:t>Equipe Technique</a:t>
          </a:r>
          <a:endParaRPr lang="x-none" sz="1400" kern="1200" dirty="0"/>
        </a:p>
      </dsp:txBody>
      <dsp:txXfrm>
        <a:off x="1063314" y="3537489"/>
        <a:ext cx="1660098" cy="830049"/>
      </dsp:txXfrm>
    </dsp:sp>
    <dsp:sp modelId="{431819AE-07EA-49BC-A09E-9ECD258441A6}">
      <dsp:nvSpPr>
        <dsp:cNvPr id="0" name=""/>
        <dsp:cNvSpPr/>
      </dsp:nvSpPr>
      <dsp:spPr>
        <a:xfrm>
          <a:off x="2657009" y="2358819"/>
          <a:ext cx="1660098" cy="830049"/>
        </a:xfrm>
        <a:prstGeom prst="rect">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fr-FR" sz="1400" kern="1200"/>
            <a:t>RH</a:t>
          </a:r>
          <a:endParaRPr lang="x-none" sz="1400" kern="1200"/>
        </a:p>
      </dsp:txBody>
      <dsp:txXfrm>
        <a:off x="2657009" y="2358819"/>
        <a:ext cx="1660098" cy="830049"/>
      </dsp:txXfrm>
    </dsp:sp>
    <dsp:sp modelId="{BD7EFED8-1185-4008-AECC-057EA0F32C1F}">
      <dsp:nvSpPr>
        <dsp:cNvPr id="0" name=""/>
        <dsp:cNvSpPr/>
      </dsp:nvSpPr>
      <dsp:spPr>
        <a:xfrm>
          <a:off x="3072033" y="3537489"/>
          <a:ext cx="1660098" cy="830049"/>
        </a:xfrm>
        <a:prstGeom prst="rect">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fr-FR" sz="1400" kern="1200" dirty="0"/>
            <a:t>Community Manager</a:t>
          </a:r>
          <a:endParaRPr lang="x-none" sz="1400" kern="1200" dirty="0"/>
        </a:p>
      </dsp:txBody>
      <dsp:txXfrm>
        <a:off x="3072033" y="3537489"/>
        <a:ext cx="1660098" cy="830049"/>
      </dsp:txXfrm>
    </dsp:sp>
    <dsp:sp modelId="{EE643909-7252-4D8A-BB2D-11E2825D17A5}">
      <dsp:nvSpPr>
        <dsp:cNvPr id="0" name=""/>
        <dsp:cNvSpPr/>
      </dsp:nvSpPr>
      <dsp:spPr>
        <a:xfrm>
          <a:off x="4665728" y="2358819"/>
          <a:ext cx="1660098" cy="830049"/>
        </a:xfrm>
        <a:prstGeom prst="rect">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fr-FR" sz="1400" kern="1200" dirty="0"/>
            <a:t>Responsable Finance</a:t>
          </a:r>
          <a:endParaRPr lang="x-none" sz="1400" kern="1200" dirty="0"/>
        </a:p>
      </dsp:txBody>
      <dsp:txXfrm>
        <a:off x="4665728" y="2358819"/>
        <a:ext cx="1660098" cy="830049"/>
      </dsp:txXfrm>
    </dsp:sp>
    <dsp:sp modelId="{C407276C-785B-49C1-B362-53574B672B48}">
      <dsp:nvSpPr>
        <dsp:cNvPr id="0" name=""/>
        <dsp:cNvSpPr/>
      </dsp:nvSpPr>
      <dsp:spPr>
        <a:xfrm>
          <a:off x="1652649" y="1180149"/>
          <a:ext cx="1660098" cy="830049"/>
        </a:xfrm>
        <a:prstGeom prst="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fr-FR" sz="1400" kern="1200"/>
            <a:t>Directeur de projet</a:t>
          </a:r>
          <a:endParaRPr lang="x-none" sz="1400" kern="1200"/>
        </a:p>
      </dsp:txBody>
      <dsp:txXfrm>
        <a:off x="1652649" y="1180149"/>
        <a:ext cx="1660098" cy="830049"/>
      </dsp:txXfrm>
    </dsp:sp>
    <dsp:sp modelId="{F61E2F5D-7FCD-4DB8-A75B-A3262A6226BC}">
      <dsp:nvSpPr>
        <dsp:cNvPr id="0" name=""/>
        <dsp:cNvSpPr/>
      </dsp:nvSpPr>
      <dsp:spPr>
        <a:xfrm>
          <a:off x="3661368" y="1180149"/>
          <a:ext cx="1660098" cy="830049"/>
        </a:xfrm>
        <a:prstGeom prst="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fr-FR" sz="1400" kern="1200"/>
            <a:t>Responsable administratif</a:t>
          </a:r>
          <a:endParaRPr lang="x-none" sz="1400" kern="1200"/>
        </a:p>
      </dsp:txBody>
      <dsp:txXfrm>
        <a:off x="3661368" y="1180149"/>
        <a:ext cx="1660098" cy="83004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A9DD40-2885-480B-856E-20182F2473A9}" type="datetimeFigureOut">
              <a:rPr lang="fr-FR" smtClean="0"/>
              <a:t>09/11/2023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33DD51-D9B6-44DF-980C-555FBFA01AE0}" type="slidenum">
              <a:rPr lang="fr-FR" smtClean="0"/>
              <a:t>‹N°›</a:t>
            </a:fld>
            <a:endParaRPr lang="fr-FR"/>
          </a:p>
        </p:txBody>
      </p:sp>
    </p:spTree>
    <p:extLst>
      <p:ext uri="{BB962C8B-B14F-4D97-AF65-F5344CB8AC3E}">
        <p14:creationId xmlns:p14="http://schemas.microsoft.com/office/powerpoint/2010/main" val="1577377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eb.webfrance.com/classifieds/category/7-immobilier/"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FR" sz="1200" kern="1200" dirty="0" smtClean="0">
              <a:solidFill>
                <a:schemeClr val="tx1"/>
              </a:solidFill>
              <a:effectLst/>
              <a:latin typeface="+mn-lt"/>
              <a:ea typeface="+mn-ea"/>
              <a:cs typeface="+mn-cs"/>
            </a:endParaRPr>
          </a:p>
          <a:p>
            <a:r>
              <a:rPr lang="fr-FR" sz="1200" kern="1200" dirty="0" smtClean="0">
                <a:solidFill>
                  <a:schemeClr val="tx1"/>
                </a:solidFill>
                <a:effectLst/>
                <a:latin typeface="+mn-lt"/>
                <a:ea typeface="+mn-ea"/>
                <a:cs typeface="+mn-cs"/>
              </a:rPr>
              <a:t>À l’aube de cette ère technologique, l’immobilier embrasse une transformation sans précédent. Les révolutionnaires redéfinissent la manière dont nous cherchons, achetons et gérons nos biens immobiliers. La demande croissante en logements, en particulier dans les zones urbaines, nécessite une plateforme centralisée pour faciliter la recherche et la mise en relation entre propriétaire et locataires ou acheteurs. </a:t>
            </a:r>
          </a:p>
          <a:p>
            <a:pPr marL="216000" indent="-214920">
              <a:lnSpc>
                <a:spcPct val="100000"/>
              </a:lnSpc>
              <a:tabLst>
                <a:tab pos="0" algn="l"/>
              </a:tabLst>
            </a:pPr>
            <a:r>
              <a:rPr lang="fr-FR" sz="1400" b="0" strike="noStrike" spc="-1" dirty="0" smtClean="0">
                <a:latin typeface="Arial"/>
                <a:ea typeface="Noto Sans CJK SC"/>
              </a:rPr>
              <a:t>Afin d’atteindre cet objectif, on a fait appel a </a:t>
            </a:r>
            <a:r>
              <a:rPr lang="fr-MG" sz="1400" b="0" strike="noStrike" spc="-1" dirty="0" smtClean="0">
                <a:latin typeface="Arial"/>
                <a:ea typeface="Noto Sans CJK SC"/>
              </a:rPr>
              <a:t>une méthode de gestion de projet,</a:t>
            </a:r>
            <a:r>
              <a:rPr lang="fr-FR" sz="1400" b="0" strike="noStrike" spc="-1" dirty="0" smtClean="0">
                <a:latin typeface="Arial"/>
                <a:ea typeface="Noto Sans CJK SC"/>
              </a:rPr>
              <a:t>une méthode de conception, un langage de conception, un langage de programmation, et un SGBD.</a:t>
            </a:r>
            <a:endParaRPr lang="fr-FR" sz="1400" b="0" strike="noStrike" spc="-1" dirty="0" smtClean="0">
              <a:latin typeface="Arial"/>
            </a:endParaRPr>
          </a:p>
          <a:p>
            <a:pPr marL="216000" indent="-214200">
              <a:lnSpc>
                <a:spcPct val="100000"/>
              </a:lnSpc>
              <a:tabLst>
                <a:tab pos="0" algn="l"/>
              </a:tabLst>
            </a:pPr>
            <a:endParaRPr lang="fr-FR" sz="1400" b="0" strike="noStrike" spc="-1" dirty="0" smtClean="0">
              <a:latin typeface="Arial"/>
            </a:endParaRPr>
          </a:p>
          <a:p>
            <a:endParaRPr lang="fr-FR" sz="1400" dirty="0"/>
          </a:p>
        </p:txBody>
      </p:sp>
      <p:sp>
        <p:nvSpPr>
          <p:cNvPr id="4" name="Espace réservé du numéro de diapositive 3"/>
          <p:cNvSpPr>
            <a:spLocks noGrp="1"/>
          </p:cNvSpPr>
          <p:nvPr>
            <p:ph type="sldNum" sz="quarter" idx="5"/>
          </p:nvPr>
        </p:nvSpPr>
        <p:spPr/>
        <p:txBody>
          <a:bodyPr/>
          <a:lstStyle/>
          <a:p>
            <a:fld id="{6733DD51-D9B6-44DF-980C-555FBFA01AE0}" type="slidenum">
              <a:rPr lang="fr-FR" smtClean="0"/>
              <a:t>1</a:t>
            </a:fld>
            <a:endParaRPr lang="fr-FR"/>
          </a:p>
        </p:txBody>
      </p:sp>
    </p:spTree>
    <p:extLst>
      <p:ext uri="{BB962C8B-B14F-4D97-AF65-F5344CB8AC3E}">
        <p14:creationId xmlns:p14="http://schemas.microsoft.com/office/powerpoint/2010/main" val="2191408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marL="158750" indent="0">
              <a:lnSpc>
                <a:spcPct val="107000"/>
              </a:lnSpc>
              <a:spcAft>
                <a:spcPts val="800"/>
              </a:spcAft>
              <a:buNone/>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Merci Monsieur le Président du Jury de m’avoir donné la parole.</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58750" indent="0">
              <a:lnSpc>
                <a:spcPct val="107000"/>
              </a:lnSpc>
              <a:spcAft>
                <a:spcPts val="800"/>
              </a:spcAft>
              <a:buNone/>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Madame et Messiers les membres du Jury, honorables assistants, Bonsoir.</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58750" indent="0">
              <a:lnSpc>
                <a:spcPct val="107000"/>
              </a:lnSpc>
              <a:spcAft>
                <a:spcPts val="800"/>
              </a:spcAft>
              <a:buNone/>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J’ai l’honneur de vous présenter aujourd’hui mon mémoire de fin d’études pour l’obtention du diplôme de master Professionnel en Informatique, intitulé: conception</a:t>
            </a:r>
            <a:r>
              <a:rPr lang="fr-FR" sz="1200" kern="100" baseline="0" dirty="0" smtClean="0">
                <a:effectLst/>
                <a:latin typeface="Times New Roman" panose="02020603050405020304" pitchFamily="18" charset="0"/>
                <a:ea typeface="Calibri" panose="020F0502020204030204" pitchFamily="34" charset="0"/>
                <a:cs typeface="Times New Roman" panose="02020603050405020304" pitchFamily="18" charset="0"/>
              </a:rPr>
              <a:t> et réalisation d’un système de gestion pour un site web spécialisé dans l’immobilier</a:t>
            </a:r>
            <a:endParaRPr lang="fr-FR" dirty="0"/>
          </a:p>
        </p:txBody>
      </p:sp>
      <p:sp>
        <p:nvSpPr>
          <p:cNvPr id="4" name="Espace réservé du numéro de diapositive 3"/>
          <p:cNvSpPr>
            <a:spLocks noGrp="1"/>
          </p:cNvSpPr>
          <p:nvPr>
            <p:ph type="sldNum" sz="quarter" idx="5"/>
          </p:nvPr>
        </p:nvSpPr>
        <p:spPr/>
        <p:txBody>
          <a:bodyPr/>
          <a:lstStyle/>
          <a:p>
            <a:fld id="{6733DD51-D9B6-44DF-980C-555FBFA01AE0}" type="slidenum">
              <a:rPr lang="fr-FR" smtClean="0"/>
              <a:t>2</a:t>
            </a:fld>
            <a:endParaRPr lang="fr-FR"/>
          </a:p>
        </p:txBody>
      </p:sp>
    </p:spTree>
    <p:extLst>
      <p:ext uri="{BB962C8B-B14F-4D97-AF65-F5344CB8AC3E}">
        <p14:creationId xmlns:p14="http://schemas.microsoft.com/office/powerpoint/2010/main" val="3581244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En premier lieu, je tiens à remercier Dieu Tout Puissant de m'avoir donné la force, la santé et l’enthousiasme nécessaire pour la réalisation de ce mémoire, qu’Il soit loué de m’accorder cette vie, de me permettre d’achever ces cinq années d’études au sein de l’Ecole Nationale d’Informatique.</a:t>
            </a:r>
            <a:endParaRPr lang="en-US" sz="1200" kern="1200" dirty="0" smtClean="0">
              <a:solidFill>
                <a:schemeClr val="tx1"/>
              </a:solidFill>
              <a:effectLst/>
              <a:latin typeface="+mn-lt"/>
              <a:ea typeface="+mn-ea"/>
              <a:cs typeface="+mn-cs"/>
            </a:endParaRPr>
          </a:p>
          <a:p>
            <a:r>
              <a:rPr lang="fr-FR" sz="1200" kern="1200" dirty="0" smtClean="0">
                <a:solidFill>
                  <a:schemeClr val="tx1"/>
                </a:solidFill>
                <a:effectLst/>
                <a:latin typeface="+mn-lt"/>
                <a:ea typeface="+mn-ea"/>
                <a:cs typeface="+mn-cs"/>
              </a:rPr>
              <a:t>J’exprime aussi mes profonds remerciements à</a:t>
            </a:r>
          </a:p>
          <a:p>
            <a:pPr marL="171450" indent="-171450">
              <a:buFont typeface="Arial" panose="020B0604020202020204" pitchFamily="34" charset="0"/>
              <a:buChar char="•"/>
            </a:pPr>
            <a:r>
              <a:rPr lang="fr-FR" sz="1200" kern="1200" dirty="0" smtClean="0">
                <a:solidFill>
                  <a:schemeClr val="tx1"/>
                </a:solidFill>
                <a:effectLst/>
                <a:latin typeface="+mn-lt"/>
                <a:ea typeface="+mn-ea"/>
                <a:cs typeface="+mn-cs"/>
              </a:rPr>
              <a:t>Monsieur </a:t>
            </a:r>
            <a:r>
              <a:rPr lang="fr-FR" sz="1200" b="1" kern="1200" dirty="0" smtClean="0">
                <a:solidFill>
                  <a:schemeClr val="tx1"/>
                </a:solidFill>
                <a:effectLst/>
                <a:latin typeface="+mn-lt"/>
                <a:ea typeface="+mn-ea"/>
                <a:cs typeface="+mn-cs"/>
              </a:rPr>
              <a:t>HAJALALAINA Aimé Richard</a:t>
            </a:r>
            <a:r>
              <a:rPr lang="fr-FR" sz="1200" kern="1200" dirty="0" smtClean="0">
                <a:solidFill>
                  <a:schemeClr val="tx1"/>
                </a:solidFill>
                <a:effectLst/>
                <a:latin typeface="+mn-lt"/>
                <a:ea typeface="+mn-ea"/>
                <a:cs typeface="+mn-cs"/>
              </a:rPr>
              <a:t>, Président de l’université de Fianarantsoa, grâce à sa bonne gouvernance</a:t>
            </a:r>
          </a:p>
          <a:p>
            <a:pPr marL="171450" indent="-171450">
              <a:buFont typeface="Arial" panose="020B0604020202020204" pitchFamily="34" charset="0"/>
              <a:buChar char="•"/>
            </a:pPr>
            <a:r>
              <a:rPr lang="fr-FR" sz="1200" kern="1200" dirty="0" smtClean="0">
                <a:solidFill>
                  <a:schemeClr val="tx1"/>
                </a:solidFill>
                <a:effectLst/>
                <a:latin typeface="+mn-lt"/>
                <a:ea typeface="+mn-ea"/>
                <a:cs typeface="+mn-cs"/>
              </a:rPr>
              <a:t>Monsieur </a:t>
            </a:r>
            <a:r>
              <a:rPr lang="fr-FR" sz="1200" b="1" kern="1200" dirty="0" smtClean="0">
                <a:solidFill>
                  <a:schemeClr val="tx1"/>
                </a:solidFill>
                <a:effectLst/>
                <a:latin typeface="+mn-lt"/>
                <a:ea typeface="+mn-ea"/>
                <a:cs typeface="+mn-cs"/>
              </a:rPr>
              <a:t>MAHATODY Thomas</a:t>
            </a:r>
            <a:r>
              <a:rPr lang="fr-FR" sz="1200" kern="1200" dirty="0" smtClean="0">
                <a:solidFill>
                  <a:schemeClr val="tx1"/>
                </a:solidFill>
                <a:effectLst/>
                <a:latin typeface="+mn-lt"/>
                <a:ea typeface="+mn-ea"/>
                <a:cs typeface="+mn-cs"/>
              </a:rPr>
              <a:t>, Directeur de l’Ecole Nationale d’Informatique, pour tous ses efforts à garder à tout prix l’honneur de l’école  en tant que pépinière des élites informaticiennes malgaches.</a:t>
            </a:r>
            <a:r>
              <a:rPr lang="fr-FR" sz="1200" kern="1200" baseline="0" dirty="0" smtClean="0">
                <a:solidFill>
                  <a:schemeClr val="tx1"/>
                </a:solidFill>
                <a:effectLst/>
                <a:latin typeface="+mn-lt"/>
                <a:ea typeface="+mn-ea"/>
                <a:cs typeface="+mn-cs"/>
              </a:rPr>
              <a:t> </a:t>
            </a:r>
            <a:r>
              <a:rPr lang="fr-FR" sz="1200" kern="1200" dirty="0" smtClean="0">
                <a:solidFill>
                  <a:schemeClr val="tx1"/>
                </a:solidFill>
                <a:effectLst/>
                <a:latin typeface="+mn-lt"/>
                <a:ea typeface="+mn-ea"/>
                <a:cs typeface="+mn-cs"/>
              </a:rPr>
              <a:t>Et qui nous a accompagné durant la période de stage en tant qu’encadreur pédagogique ;</a:t>
            </a:r>
          </a:p>
          <a:p>
            <a:pPr marL="171450" indent="-171450">
              <a:buFont typeface="Arial" panose="020B0604020202020204" pitchFamily="34" charset="0"/>
              <a:buChar char="•"/>
            </a:pPr>
            <a:r>
              <a:rPr lang="fr-FR" sz="1200" kern="1200" dirty="0" smtClean="0">
                <a:solidFill>
                  <a:schemeClr val="tx1"/>
                </a:solidFill>
                <a:effectLst/>
                <a:latin typeface="+mn-lt"/>
                <a:ea typeface="+mn-ea"/>
                <a:cs typeface="+mn-cs"/>
              </a:rPr>
              <a:t>Madame </a:t>
            </a:r>
            <a:r>
              <a:rPr lang="fr-FR" sz="1200" b="1" kern="1200" dirty="0" smtClean="0">
                <a:solidFill>
                  <a:schemeClr val="tx1"/>
                </a:solidFill>
                <a:effectLst/>
                <a:latin typeface="+mn-lt"/>
                <a:ea typeface="+mn-ea"/>
                <a:cs typeface="+mn-cs"/>
              </a:rPr>
              <a:t>RATOVONDRAHONA Julianna </a:t>
            </a:r>
            <a:r>
              <a:rPr lang="fr-FR" sz="1200" kern="1200" dirty="0" smtClean="0">
                <a:solidFill>
                  <a:schemeClr val="tx1"/>
                </a:solidFill>
                <a:effectLst/>
                <a:latin typeface="+mn-lt"/>
                <a:ea typeface="+mn-ea"/>
                <a:cs typeface="+mn-cs"/>
              </a:rPr>
              <a:t>,</a:t>
            </a:r>
            <a:r>
              <a:rPr lang="fr-FR" sz="1200" b="0" kern="1200" dirty="0" smtClean="0">
                <a:solidFill>
                  <a:schemeClr val="tx1"/>
                </a:solidFill>
                <a:effectLst/>
                <a:latin typeface="+mn-lt"/>
                <a:ea typeface="+mn-ea"/>
                <a:cs typeface="+mn-cs"/>
              </a:rPr>
              <a:t>Directrice</a:t>
            </a:r>
            <a:r>
              <a:rPr lang="fr-FR" sz="1200" b="0" kern="1200" baseline="0" dirty="0" smtClean="0">
                <a:solidFill>
                  <a:schemeClr val="tx1"/>
                </a:solidFill>
                <a:effectLst/>
                <a:latin typeface="+mn-lt"/>
                <a:ea typeface="+mn-ea"/>
                <a:cs typeface="+mn-cs"/>
              </a:rPr>
              <a:t> de la société ARATO</a:t>
            </a:r>
            <a:r>
              <a:rPr lang="fr-FR" sz="1200" kern="1200" dirty="0" smtClean="0">
                <a:solidFill>
                  <a:schemeClr val="tx1"/>
                </a:solidFill>
                <a:effectLst/>
                <a:latin typeface="+mn-lt"/>
                <a:ea typeface="+mn-ea"/>
                <a:cs typeface="+mn-cs"/>
              </a:rPr>
              <a:t> , de m’avoir accueilli et donné l’occasion de travailler au sein de son équipe en tant que stagiaire </a:t>
            </a:r>
          </a:p>
          <a:p>
            <a:pPr marL="171450" indent="-171450">
              <a:buFont typeface="Arial" panose="020B0604020202020204" pitchFamily="34" charset="0"/>
              <a:buChar char="•"/>
            </a:pPr>
            <a:r>
              <a:rPr lang="fr-FR" sz="1200" kern="1200" dirty="0" smtClean="0">
                <a:solidFill>
                  <a:schemeClr val="tx1"/>
                </a:solidFill>
                <a:effectLst/>
                <a:latin typeface="+mn-lt"/>
                <a:ea typeface="+mn-ea"/>
                <a:cs typeface="+mn-cs"/>
              </a:rPr>
              <a:t>Monsieur </a:t>
            </a:r>
            <a:r>
              <a:rPr lang="fr-FR" sz="1200" b="1" kern="1200" dirty="0" smtClean="0">
                <a:solidFill>
                  <a:schemeClr val="tx1"/>
                </a:solidFill>
                <a:effectLst/>
                <a:latin typeface="+mn-lt"/>
                <a:ea typeface="+mn-ea"/>
                <a:cs typeface="+mn-cs"/>
              </a:rPr>
              <a:t>RABETAFIKA Louis Haja</a:t>
            </a:r>
            <a:r>
              <a:rPr lang="fr-FR" sz="1200" kern="1200" dirty="0" smtClean="0">
                <a:solidFill>
                  <a:schemeClr val="tx1"/>
                </a:solidFill>
                <a:effectLst/>
                <a:latin typeface="+mn-lt"/>
                <a:ea typeface="+mn-ea"/>
                <a:cs typeface="+mn-cs"/>
              </a:rPr>
              <a:t>, Responsable de la Mention « Informatique », pour son dévouement à la supervision académique et au développement de la mention</a:t>
            </a:r>
          </a:p>
          <a:p>
            <a:pPr marL="171450" indent="-171450">
              <a:buFont typeface="Arial" panose="020B0604020202020204" pitchFamily="34" charset="0"/>
              <a:buChar char="•"/>
            </a:pPr>
            <a:r>
              <a:rPr lang="fr-FR" sz="1200" kern="1200" dirty="0" smtClean="0">
                <a:solidFill>
                  <a:schemeClr val="tx1"/>
                </a:solidFill>
                <a:effectLst/>
                <a:latin typeface="+mn-lt"/>
                <a:ea typeface="+mn-ea"/>
                <a:cs typeface="+mn-cs"/>
              </a:rPr>
              <a:t>Monsieur </a:t>
            </a:r>
            <a:r>
              <a:rPr lang="fr-FR" sz="1200" b="1" kern="1200" dirty="0" smtClean="0">
                <a:solidFill>
                  <a:schemeClr val="tx1"/>
                </a:solidFill>
                <a:effectLst/>
                <a:latin typeface="+mn-lt"/>
                <a:ea typeface="+mn-ea"/>
                <a:cs typeface="+mn-cs"/>
              </a:rPr>
              <a:t>RALAIVAO Jean Christian</a:t>
            </a:r>
            <a:r>
              <a:rPr lang="fr-FR" sz="1200" kern="1200" dirty="0" smtClean="0">
                <a:solidFill>
                  <a:schemeClr val="tx1"/>
                </a:solidFill>
                <a:effectLst/>
                <a:latin typeface="+mn-lt"/>
                <a:ea typeface="+mn-ea"/>
                <a:cs typeface="+mn-cs"/>
              </a:rPr>
              <a:t>, Responsable du Parcours "Génie Logiciel et Base de Données« ,</a:t>
            </a: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 pour sa coordination pédagogique, sa vision dans la conception du programme</a:t>
            </a:r>
          </a:p>
          <a:p>
            <a:pPr marL="171450" indent="-171450">
              <a:buFont typeface="Arial" panose="020B0604020202020204" pitchFamily="34" charset="0"/>
              <a:buChar char="•"/>
            </a:pPr>
            <a:r>
              <a:rPr lang="fr-FR" sz="1200" b="0" kern="100" dirty="0" smtClean="0">
                <a:solidFill>
                  <a:schemeClr val="tx1"/>
                </a:solidFill>
                <a:effectLst/>
                <a:latin typeface="Times New Roman" panose="02020603050405020304" pitchFamily="18" charset="0"/>
                <a:ea typeface="+mn-ea"/>
                <a:cs typeface="Times New Roman" panose="02020603050405020304" pitchFamily="18" charset="0"/>
              </a:rPr>
              <a:t>Monsieur</a:t>
            </a:r>
            <a:r>
              <a:rPr lang="fr-FR" sz="1200" b="1" kern="1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fr-FR" sz="1200" b="1" kern="100" dirty="0" smtClean="0">
                <a:solidFill>
                  <a:schemeClr val="tx1"/>
                </a:solidFill>
                <a:effectLst/>
                <a:latin typeface="Times New Roman" panose="02020603050405020304" pitchFamily="18" charset="0"/>
                <a:ea typeface="+mn-ea"/>
                <a:cs typeface="Times New Roman" panose="02020603050405020304" pitchFamily="18" charset="0"/>
              </a:rPr>
              <a:t>RATOVONDRAHONA</a:t>
            </a:r>
            <a:r>
              <a:rPr lang="fr-FR" sz="1200" b="1" kern="100" baseline="0" dirty="0" smtClean="0">
                <a:solidFill>
                  <a:schemeClr val="tx1"/>
                </a:solidFill>
                <a:effectLst/>
                <a:latin typeface="Times New Roman" panose="02020603050405020304" pitchFamily="18" charset="0"/>
                <a:ea typeface="+mn-ea"/>
                <a:cs typeface="Times New Roman" panose="02020603050405020304" pitchFamily="18" charset="0"/>
              </a:rPr>
              <a:t> Josué</a:t>
            </a:r>
            <a:r>
              <a:rPr lang="fr-FR" sz="1200" kern="100" baseline="0" dirty="0" smtClean="0">
                <a:solidFill>
                  <a:schemeClr val="tx1"/>
                </a:solidFill>
                <a:effectLst/>
                <a:latin typeface="Times New Roman" panose="02020603050405020304" pitchFamily="18" charset="0"/>
                <a:ea typeface="+mn-ea"/>
                <a:cs typeface="Times New Roman" panose="02020603050405020304" pitchFamily="18" charset="0"/>
              </a:rPr>
              <a:t>,</a:t>
            </a: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 qui</a:t>
            </a:r>
            <a:r>
              <a:rPr lang="fr-FR" sz="1200" kern="100" baseline="0" dirty="0" smtClean="0">
                <a:effectLst/>
                <a:latin typeface="Times New Roman" panose="02020603050405020304" pitchFamily="18" charset="0"/>
                <a:ea typeface="Calibri" panose="020F0502020204030204" pitchFamily="34" charset="0"/>
                <a:cs typeface="Times New Roman" panose="02020603050405020304" pitchFamily="18" charset="0"/>
              </a:rPr>
              <a:t> est m</a:t>
            </a: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on encadreur professionnel pour son précieux accompagnement et sa patience en ma faveur.</a:t>
            </a:r>
          </a:p>
          <a:p>
            <a:pPr marL="171450" indent="-171450">
              <a:buFont typeface="Arial" panose="020B0604020202020204" pitchFamily="34" charset="0"/>
              <a:buChar cha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Tous les membres du jury de me faire l’honneur d’examiner mon travail</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71450" indent="-171450">
              <a:buFont typeface="Arial" panose="020B0604020202020204" pitchFamily="34" charset="0"/>
              <a:buChar cha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Tous les enseignants et personnels de l’Ecole Nationale d’Informatique</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nSpc>
                <a:spcPct val="107000"/>
              </a:lnSpc>
              <a:spcAft>
                <a:spcPts val="800"/>
              </a:spcAft>
            </a:pPr>
            <a:endPar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nSpc>
                <a:spcPct val="107000"/>
              </a:lnSpc>
              <a:spcAft>
                <a:spcPts val="800"/>
              </a:spcAft>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Finalement, je tiens à remercier les membres de ma famille et mes amies de m’avoir soutenu que ce soit moralement, matériellement et financièrement tout au long de ce stage</a:t>
            </a:r>
          </a:p>
          <a:p>
            <a:pPr marL="0" lvl="0" indent="0">
              <a:lnSpc>
                <a:spcPct val="107000"/>
              </a:lnSpc>
              <a:spcAft>
                <a:spcPts val="800"/>
              </a:spcAft>
              <a:buFontTx/>
              <a:buNone/>
            </a:pPr>
            <a:endPar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
                <a:srgbClr val="000000"/>
              </a:buClr>
              <a:buSzPts val="1100"/>
              <a:buFontTx/>
              <a:buNone/>
              <a:tabLst/>
              <a:defRP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Sans plus tarder, passons tout de suite à l’introduction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fr-FR" sz="1200" kern="1200" dirty="0" smtClean="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5"/>
          </p:nvPr>
        </p:nvSpPr>
        <p:spPr/>
        <p:txBody>
          <a:bodyPr/>
          <a:lstStyle/>
          <a:p>
            <a:fld id="{6733DD51-D9B6-44DF-980C-555FBFA01AE0}" type="slidenum">
              <a:rPr lang="fr-FR" smtClean="0"/>
              <a:t>3</a:t>
            </a:fld>
            <a:endParaRPr lang="fr-FR"/>
          </a:p>
        </p:txBody>
      </p:sp>
    </p:spTree>
    <p:extLst>
      <p:ext uri="{BB962C8B-B14F-4D97-AF65-F5344CB8AC3E}">
        <p14:creationId xmlns:p14="http://schemas.microsoft.com/office/powerpoint/2010/main" val="656687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FR" sz="1200" kern="1200" dirty="0" smtClean="0">
              <a:solidFill>
                <a:schemeClr val="tx1"/>
              </a:solidFill>
              <a:effectLst/>
              <a:latin typeface="+mn-lt"/>
              <a:ea typeface="+mn-ea"/>
              <a:cs typeface="+mn-cs"/>
            </a:endParaRPr>
          </a:p>
          <a:p>
            <a:r>
              <a:rPr lang="fr-FR" sz="1200" kern="1200" dirty="0" smtClean="0">
                <a:solidFill>
                  <a:schemeClr val="tx1"/>
                </a:solidFill>
                <a:effectLst/>
                <a:latin typeface="+mn-lt"/>
                <a:ea typeface="+mn-ea"/>
                <a:cs typeface="+mn-cs"/>
              </a:rPr>
              <a:t>À l’aube de cette ère technologique, l’immobilier embrasse une transformation sans précédent. Les révolutionnaires redéfinissent la manière dont nous cherchons, achetons et gérons nos biens immobiliers. La demande croissante en logements, en particulier dans les zones urbaines, nécessite une plateforme centralisée pour faciliter la recherche et la mise en relation entre propriétaire et locataires ou acheteurs. </a:t>
            </a:r>
          </a:p>
          <a:p>
            <a:pPr marL="216000" indent="-214920">
              <a:lnSpc>
                <a:spcPct val="100000"/>
              </a:lnSpc>
              <a:tabLst>
                <a:tab pos="0" algn="l"/>
              </a:tabLst>
            </a:pPr>
            <a:r>
              <a:rPr lang="fr-FR" sz="1400" b="0" strike="noStrike" spc="-1" dirty="0" smtClean="0">
                <a:latin typeface="Arial"/>
                <a:ea typeface="Noto Sans CJK SC"/>
              </a:rPr>
              <a:t>Afin d’atteindre cet objectif, on a fait appel a </a:t>
            </a:r>
            <a:r>
              <a:rPr lang="fr-MG" sz="1400" b="0" strike="noStrike" spc="-1" dirty="0" smtClean="0">
                <a:latin typeface="Arial"/>
                <a:ea typeface="Noto Sans CJK SC"/>
              </a:rPr>
              <a:t>une méthode de gestion de projet,</a:t>
            </a:r>
            <a:r>
              <a:rPr lang="fr-FR" sz="1400" b="0" strike="noStrike" spc="-1" dirty="0" smtClean="0">
                <a:latin typeface="Arial"/>
                <a:ea typeface="Noto Sans CJK SC"/>
              </a:rPr>
              <a:t>une méthode de conception, un langage de conception, un langage de programmation, et un SGBD.</a:t>
            </a:r>
            <a:endParaRPr lang="fr-FR" sz="1400" b="0" strike="noStrike" spc="-1" dirty="0" smtClean="0">
              <a:latin typeface="Arial"/>
            </a:endParaRPr>
          </a:p>
          <a:p>
            <a:pPr marL="216000" indent="-214200">
              <a:lnSpc>
                <a:spcPct val="100000"/>
              </a:lnSpc>
              <a:tabLst>
                <a:tab pos="0" algn="l"/>
              </a:tabLst>
            </a:pPr>
            <a:endParaRPr lang="fr-FR" sz="1400" b="0" strike="noStrike" spc="-1" dirty="0" smtClean="0">
              <a:latin typeface="Arial"/>
            </a:endParaRPr>
          </a:p>
          <a:p>
            <a:endParaRPr lang="fr-FR" sz="1400" dirty="0"/>
          </a:p>
        </p:txBody>
      </p:sp>
      <p:sp>
        <p:nvSpPr>
          <p:cNvPr id="4" name="Espace réservé du numéro de diapositive 3"/>
          <p:cNvSpPr>
            <a:spLocks noGrp="1"/>
          </p:cNvSpPr>
          <p:nvPr>
            <p:ph type="sldNum" sz="quarter" idx="5"/>
          </p:nvPr>
        </p:nvSpPr>
        <p:spPr/>
        <p:txBody>
          <a:bodyPr/>
          <a:lstStyle/>
          <a:p>
            <a:fld id="{6733DD51-D9B6-44DF-980C-555FBFA01AE0}" type="slidenum">
              <a:rPr lang="fr-FR" smtClean="0"/>
              <a:t>4</a:t>
            </a:fld>
            <a:endParaRPr lang="fr-FR"/>
          </a:p>
        </p:txBody>
      </p:sp>
    </p:spTree>
    <p:extLst>
      <p:ext uri="{BB962C8B-B14F-4D97-AF65-F5344CB8AC3E}">
        <p14:creationId xmlns:p14="http://schemas.microsoft.com/office/powerpoint/2010/main" val="3346471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Cependant, le plan de cette présentation se subdivise en 4 grandes parties :</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6733DD51-D9B6-44DF-980C-555FBFA01AE0}" type="slidenum">
              <a:rPr lang="fr-FR" smtClean="0"/>
              <a:t>5</a:t>
            </a:fld>
            <a:endParaRPr lang="fr-FR"/>
          </a:p>
        </p:txBody>
      </p:sp>
    </p:spTree>
    <p:extLst>
      <p:ext uri="{BB962C8B-B14F-4D97-AF65-F5344CB8AC3E}">
        <p14:creationId xmlns:p14="http://schemas.microsoft.com/office/powerpoint/2010/main" val="1547004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marL="342900" lvl="0" indent="-342900" fontAlgn="base">
              <a:lnSpc>
                <a:spcPct val="103000"/>
              </a:lnSpc>
              <a:spcAft>
                <a:spcPts val="800"/>
              </a:spcAft>
              <a:buFont typeface="Symbol" panose="05050102010706020507" pitchFamily="18" charset="2"/>
              <a:buChar cha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Dont la 1</a:t>
            </a:r>
            <a:r>
              <a:rPr lang="fr-FR" sz="1200" kern="100" baseline="30000" dirty="0" smtClean="0">
                <a:effectLst/>
                <a:latin typeface="Times New Roman" panose="02020603050405020304" pitchFamily="18" charset="0"/>
                <a:ea typeface="Calibri" panose="020F0502020204030204" pitchFamily="34" charset="0"/>
                <a:cs typeface="Times New Roman" panose="02020603050405020304" pitchFamily="18" charset="0"/>
              </a:rPr>
              <a:t>ère</a:t>
            </a: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 partie concerne la présentation</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3000"/>
              </a:lnSpc>
              <a:spcAft>
                <a:spcPts val="800"/>
              </a:spcAft>
              <a:buFont typeface="Symbol" panose="05050102010706020507" pitchFamily="18" charset="2"/>
              <a:buChar cha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Ensuite dans la 2</a:t>
            </a:r>
            <a:r>
              <a:rPr lang="fr-FR" sz="1200" kern="100" baseline="30000" dirty="0" smtClean="0">
                <a:effectLst/>
                <a:latin typeface="Times New Roman" panose="02020603050405020304" pitchFamily="18" charset="0"/>
                <a:ea typeface="Calibri" panose="020F0502020204030204" pitchFamily="34" charset="0"/>
                <a:cs typeface="Times New Roman" panose="02020603050405020304" pitchFamily="18" charset="0"/>
              </a:rPr>
              <a:t>ème</a:t>
            </a: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 partie, l’analyse et conception</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3000"/>
              </a:lnSpc>
              <a:spcAft>
                <a:spcPts val="800"/>
              </a:spcAft>
              <a:buFont typeface="Symbol" panose="05050102010706020507" pitchFamily="18" charset="2"/>
              <a:buChar cha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Et en troisième partie, la réalisation suivie d’une démonstration</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fr-FR" sz="1200" kern="100" smtClean="0">
                <a:effectLst/>
                <a:latin typeface="Times New Roman" panose="02020603050405020304" pitchFamily="18" charset="0"/>
                <a:ea typeface="Calibri" panose="020F0502020204030204" pitchFamily="34" charset="0"/>
                <a:cs typeface="Times New Roman" panose="02020603050405020304" pitchFamily="18" charset="0"/>
              </a:rPr>
              <a:t>Et on terminera par la conclusion et perspective</a:t>
            </a:r>
            <a:endParaRPr lang="fr-FR" sz="1200" kern="100" smtClean="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6733DD51-D9B6-44DF-980C-555FBFA01AE0}" type="slidenum">
              <a:rPr lang="fr-FR" smtClean="0"/>
              <a:t>6</a:t>
            </a:fld>
            <a:endParaRPr lang="fr-FR"/>
          </a:p>
        </p:txBody>
      </p:sp>
    </p:spTree>
    <p:extLst>
      <p:ext uri="{BB962C8B-B14F-4D97-AF65-F5344CB8AC3E}">
        <p14:creationId xmlns:p14="http://schemas.microsoft.com/office/powerpoint/2010/main" val="432907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Passons tout de suite à la partie présentation dont celle de l’ENI, de</a:t>
            </a:r>
            <a:r>
              <a:rPr lang="fr-FR" sz="1200" kern="100" baseline="0" dirty="0" smtClean="0">
                <a:effectLst/>
                <a:latin typeface="Times New Roman" panose="02020603050405020304" pitchFamily="18" charset="0"/>
                <a:ea typeface="Calibri" panose="020F0502020204030204" pitchFamily="34" charset="0"/>
                <a:cs typeface="Times New Roman" panose="02020603050405020304" pitchFamily="18" charset="0"/>
              </a:rPr>
              <a:t> la société ARATO </a:t>
            </a: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et la description du projet</a:t>
            </a:r>
            <a:endParaRPr lang="fr-FR"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Espace réservé du numéro de diapositive 3"/>
          <p:cNvSpPr>
            <a:spLocks noGrp="1"/>
          </p:cNvSpPr>
          <p:nvPr>
            <p:ph type="sldNum" sz="quarter" idx="5"/>
          </p:nvPr>
        </p:nvSpPr>
        <p:spPr/>
        <p:txBody>
          <a:bodyPr/>
          <a:lstStyle/>
          <a:p>
            <a:fld id="{6733DD51-D9B6-44DF-980C-555FBFA01AE0}" type="slidenum">
              <a:rPr lang="fr-FR" smtClean="0"/>
              <a:t>7</a:t>
            </a:fld>
            <a:endParaRPr lang="fr-FR"/>
          </a:p>
        </p:txBody>
      </p:sp>
    </p:spTree>
    <p:extLst>
      <p:ext uri="{BB962C8B-B14F-4D97-AF65-F5344CB8AC3E}">
        <p14:creationId xmlns:p14="http://schemas.microsoft.com/office/powerpoint/2010/main" val="3528192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marL="216000" indent="-214560">
              <a:lnSpc>
                <a:spcPct val="100000"/>
              </a:lnSpc>
              <a:tabLst>
                <a:tab pos="0" algn="l"/>
              </a:tabLst>
            </a:pPr>
            <a:r>
              <a:rPr lang="fr-FR" sz="2000" b="0" strike="noStrike" spc="-1" dirty="0" smtClean="0">
                <a:latin typeface="Arial"/>
              </a:rPr>
              <a:t>L’Ecole Nationale d’Informatique abrégé ENI est un établissement publique </a:t>
            </a:r>
            <a:r>
              <a:rPr lang="fr-FR" sz="2000" b="0" strike="noStrike" spc="-1" dirty="0" err="1" smtClean="0">
                <a:latin typeface="Arial"/>
              </a:rPr>
              <a:t>cree</a:t>
            </a:r>
            <a:r>
              <a:rPr lang="fr-FR" sz="2000" b="0" strike="noStrike" spc="-1" dirty="0" smtClean="0">
                <a:latin typeface="Arial"/>
              </a:rPr>
              <a:t> en 1983</a:t>
            </a:r>
            <a:r>
              <a:rPr lang="fr-MG" sz="2000" b="0" strike="noStrike" spc="-1" dirty="0" smtClean="0">
                <a:latin typeface="Arial"/>
              </a:rPr>
              <a:t>. Sa mission est de</a:t>
            </a:r>
            <a:r>
              <a:rPr lang="fr-FR" sz="2000" b="0" strike="noStrike" spc="-1" dirty="0" smtClean="0">
                <a:latin typeface="Arial"/>
              </a:rPr>
              <a:t> </a:t>
            </a:r>
            <a:r>
              <a:rPr lang="fr-FR" sz="2000" b="0" strike="noStrike" spc="-1" dirty="0" err="1" smtClean="0">
                <a:latin typeface="Arial"/>
              </a:rPr>
              <a:t>form</a:t>
            </a:r>
            <a:r>
              <a:rPr lang="fr-MG" sz="2000" b="0" strike="noStrike" spc="-1" dirty="0" smtClean="0">
                <a:latin typeface="Arial"/>
              </a:rPr>
              <a:t>er</a:t>
            </a:r>
            <a:r>
              <a:rPr lang="fr-FR" sz="2000" b="0" strike="noStrike" spc="-1" dirty="0" smtClean="0">
                <a:latin typeface="Arial"/>
              </a:rPr>
              <a:t> </a:t>
            </a:r>
            <a:r>
              <a:rPr lang="fr-FR" sz="1200" b="0" strike="noStrike" spc="-1" dirty="0" smtClean="0">
                <a:solidFill>
                  <a:srgbClr val="000000"/>
                </a:solidFill>
                <a:latin typeface="+mn-lt"/>
                <a:ea typeface="+mn-ea"/>
              </a:rPr>
              <a:t>des spécialistes informaticiens compétents.</a:t>
            </a:r>
            <a:endParaRPr lang="fr-FR" sz="1200" b="0" strike="noStrike" spc="-1" dirty="0" smtClean="0">
              <a:latin typeface="Arial"/>
            </a:endParaRPr>
          </a:p>
          <a:p>
            <a:pPr marL="216000" indent="-214560">
              <a:lnSpc>
                <a:spcPct val="100000"/>
              </a:lnSpc>
              <a:tabLst>
                <a:tab pos="0" algn="l"/>
              </a:tabLst>
            </a:pPr>
            <a:r>
              <a:rPr lang="fr-FR" sz="1200" b="0" strike="noStrike" spc="-1" dirty="0" smtClean="0">
                <a:solidFill>
                  <a:srgbClr val="000000"/>
                </a:solidFill>
                <a:latin typeface="+mn-lt"/>
                <a:ea typeface="+mn-ea"/>
              </a:rPr>
              <a:t>L’Ecole se situe ici a </a:t>
            </a:r>
            <a:r>
              <a:rPr lang="fr-FR" sz="1200" b="0" strike="noStrike" spc="-1" dirty="0" err="1" smtClean="0">
                <a:solidFill>
                  <a:srgbClr val="000000"/>
                </a:solidFill>
                <a:latin typeface="+mn-lt"/>
                <a:ea typeface="+mn-ea"/>
              </a:rPr>
              <a:t>Tanambao</a:t>
            </a:r>
            <a:r>
              <a:rPr lang="fr-FR" sz="1200" b="0" strike="noStrike" spc="-1" dirty="0" smtClean="0">
                <a:solidFill>
                  <a:srgbClr val="000000"/>
                </a:solidFill>
                <a:latin typeface="+mn-lt"/>
                <a:ea typeface="+mn-ea"/>
              </a:rPr>
              <a:t> Fianarantsoa et propose trois parcours de formations:</a:t>
            </a:r>
            <a:endParaRPr lang="fr-FR" sz="1200" b="0" strike="noStrike" spc="-1" dirty="0" smtClean="0">
              <a:latin typeface="Arial"/>
            </a:endParaRPr>
          </a:p>
          <a:p>
            <a:pPr marL="216000" indent="-214560">
              <a:lnSpc>
                <a:spcPct val="100000"/>
              </a:lnSpc>
              <a:tabLst>
                <a:tab pos="0" algn="l"/>
              </a:tabLst>
            </a:pPr>
            <a:r>
              <a:rPr lang="fr-FR" sz="1200" b="0" strike="noStrike" spc="-1" dirty="0" smtClean="0">
                <a:solidFill>
                  <a:srgbClr val="000000"/>
                </a:solidFill>
                <a:latin typeface="+mn-lt"/>
                <a:ea typeface="+mn-ea"/>
              </a:rPr>
              <a:t>-le parcours GB</a:t>
            </a:r>
            <a:endParaRPr lang="fr-FR" sz="1200" b="0" strike="noStrike" spc="-1" dirty="0" smtClean="0">
              <a:latin typeface="Arial"/>
            </a:endParaRPr>
          </a:p>
          <a:p>
            <a:pPr marL="216000" indent="-214560">
              <a:lnSpc>
                <a:spcPct val="100000"/>
              </a:lnSpc>
              <a:tabLst>
                <a:tab pos="0" algn="l"/>
              </a:tabLst>
            </a:pPr>
            <a:r>
              <a:rPr lang="fr-FR" sz="1200" b="0" strike="noStrike" spc="-1" dirty="0" smtClean="0">
                <a:solidFill>
                  <a:srgbClr val="000000"/>
                </a:solidFill>
                <a:latin typeface="+mn-lt"/>
                <a:ea typeface="+mn-ea"/>
              </a:rPr>
              <a:t>-Le parcours SR</a:t>
            </a:r>
            <a:endParaRPr lang="fr-FR" sz="1200" b="0" strike="noStrike" spc="-1" dirty="0" smtClean="0">
              <a:latin typeface="Arial"/>
            </a:endParaRPr>
          </a:p>
          <a:p>
            <a:pPr marL="216000" indent="-214560">
              <a:lnSpc>
                <a:spcPct val="100000"/>
              </a:lnSpc>
              <a:tabLst>
                <a:tab pos="0" algn="l"/>
              </a:tabLst>
            </a:pPr>
            <a:r>
              <a:rPr lang="fr-FR" sz="1200" b="0" strike="noStrike" spc="-1" dirty="0" smtClean="0">
                <a:solidFill>
                  <a:srgbClr val="000000"/>
                </a:solidFill>
                <a:latin typeface="+mn-lt"/>
                <a:ea typeface="+mn-ea"/>
              </a:rPr>
              <a:t>Et le parcours IG</a:t>
            </a:r>
            <a:endParaRPr lang="fr-FR" sz="1200" b="0" strike="noStrike" spc="-1" dirty="0" smtClean="0">
              <a:latin typeface="Arial"/>
            </a:endParaRPr>
          </a:p>
          <a:p>
            <a:pPr marL="216000" indent="-214560">
              <a:lnSpc>
                <a:spcPct val="100000"/>
              </a:lnSpc>
              <a:tabLst>
                <a:tab pos="0" algn="l"/>
              </a:tabLst>
            </a:pPr>
            <a:r>
              <a:rPr lang="fr-FR" sz="1200" b="0" strike="noStrike" spc="-1" dirty="0" smtClean="0">
                <a:solidFill>
                  <a:srgbClr val="000000"/>
                </a:solidFill>
                <a:latin typeface="+mn-lt"/>
                <a:ea typeface="+mn-ea"/>
              </a:rPr>
              <a:t>En 2023, </a:t>
            </a:r>
            <a:r>
              <a:rPr lang="fr-FR" sz="1500" b="0" strike="noStrike" spc="-1" dirty="0" smtClean="0">
                <a:solidFill>
                  <a:srgbClr val="000000"/>
                </a:solidFill>
                <a:latin typeface="+mn-lt"/>
                <a:ea typeface="+mn-ea"/>
              </a:rPr>
              <a:t>une</a:t>
            </a:r>
            <a:r>
              <a:rPr lang="fr-FR" sz="2000" b="0" strike="noStrike" spc="-1" dirty="0" smtClean="0">
                <a:solidFill>
                  <a:srgbClr val="000000"/>
                </a:solidFill>
                <a:latin typeface="+mn-lt"/>
                <a:ea typeface="+mn-ea"/>
              </a:rPr>
              <a:t> </a:t>
            </a:r>
            <a:r>
              <a:rPr lang="fr-FR" sz="1400" b="0" strike="noStrike" spc="-1" dirty="0" smtClean="0">
                <a:solidFill>
                  <a:srgbClr val="000000"/>
                </a:solidFill>
                <a:latin typeface="+mn-lt"/>
                <a:ea typeface="+mn-ea"/>
              </a:rPr>
              <a:t>nouvelle mention Intelligence Artificielle (IA) a été ouvert au sein de l’Ecole à savoir Gouvernance et Ingénierie de Données (GID), et Objets connectés et </a:t>
            </a:r>
            <a:r>
              <a:rPr lang="fr-FR" sz="1400" b="0" strike="noStrike" spc="-1" dirty="0" err="1" smtClean="0">
                <a:solidFill>
                  <a:srgbClr val="000000"/>
                </a:solidFill>
                <a:latin typeface="+mn-lt"/>
                <a:ea typeface="+mn-ea"/>
              </a:rPr>
              <a:t>Cybersécurité</a:t>
            </a:r>
            <a:r>
              <a:rPr lang="fr-FR" sz="1400" b="0" strike="noStrike" spc="-1" dirty="0" smtClean="0">
                <a:solidFill>
                  <a:srgbClr val="000000"/>
                </a:solidFill>
                <a:latin typeface="+mn-lt"/>
                <a:ea typeface="+mn-ea"/>
              </a:rPr>
              <a:t> (OCC). </a:t>
            </a:r>
            <a:endParaRPr lang="fr-FR" sz="1400" b="0" strike="noStrike" spc="-1" dirty="0" smtClean="0">
              <a:latin typeface="Arial"/>
            </a:endParaRPr>
          </a:p>
          <a:p>
            <a:r>
              <a:rPr lang="fr-FR" dirty="0" smtClean="0"/>
              <a:t>Son organigramme est représenté par la figure suivante</a:t>
            </a:r>
            <a:endParaRPr lang="fr-FR" dirty="0"/>
          </a:p>
        </p:txBody>
      </p:sp>
      <p:sp>
        <p:nvSpPr>
          <p:cNvPr id="4" name="Espace réservé du numéro de diapositive 3"/>
          <p:cNvSpPr>
            <a:spLocks noGrp="1"/>
          </p:cNvSpPr>
          <p:nvPr>
            <p:ph type="sldNum" sz="quarter" idx="5"/>
          </p:nvPr>
        </p:nvSpPr>
        <p:spPr/>
        <p:txBody>
          <a:bodyPr/>
          <a:lstStyle/>
          <a:p>
            <a:fld id="{6733DD51-D9B6-44DF-980C-555FBFA01AE0}" type="slidenum">
              <a:rPr lang="fr-FR" smtClean="0"/>
              <a:t>8</a:t>
            </a:fld>
            <a:endParaRPr lang="fr-FR"/>
          </a:p>
        </p:txBody>
      </p:sp>
    </p:spTree>
    <p:extLst>
      <p:ext uri="{BB962C8B-B14F-4D97-AF65-F5344CB8AC3E}">
        <p14:creationId xmlns:p14="http://schemas.microsoft.com/office/powerpoint/2010/main" val="1309005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Passons maintenant à la présentation de la société ARATO</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Espace réservé du numéro de diapositive 3"/>
          <p:cNvSpPr>
            <a:spLocks noGrp="1"/>
          </p:cNvSpPr>
          <p:nvPr>
            <p:ph type="sldNum" sz="quarter" idx="5"/>
          </p:nvPr>
        </p:nvSpPr>
        <p:spPr/>
        <p:txBody>
          <a:bodyPr/>
          <a:lstStyle/>
          <a:p>
            <a:fld id="{6733DD51-D9B6-44DF-980C-555FBFA01AE0}" type="slidenum">
              <a:rPr lang="fr-FR" smtClean="0"/>
              <a:t>9</a:t>
            </a:fld>
            <a:endParaRPr lang="fr-FR"/>
          </a:p>
        </p:txBody>
      </p:sp>
    </p:spTree>
    <p:extLst>
      <p:ext uri="{BB962C8B-B14F-4D97-AF65-F5344CB8AC3E}">
        <p14:creationId xmlns:p14="http://schemas.microsoft.com/office/powerpoint/2010/main" val="1050522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La société ARATO est une société spécialisée dans le domaine du développement informatique. Plus précisément une entreprise de service numérique. Son siège se trouve à Fianarantsoa Madagascar.</a:t>
            </a:r>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1200" b="0" i="0" kern="1200" dirty="0" smtClean="0">
                <a:solidFill>
                  <a:schemeClr val="tx1"/>
                </a:solidFill>
                <a:effectLst/>
                <a:latin typeface="+mn-lt"/>
                <a:ea typeface="+mn-ea"/>
                <a:cs typeface="+mn-cs"/>
              </a:rPr>
              <a:t>Crée en</a:t>
            </a:r>
            <a:r>
              <a:rPr lang="fr-FR" sz="1200" b="0" i="0" kern="1200" baseline="0" dirty="0" smtClean="0">
                <a:solidFill>
                  <a:schemeClr val="tx1"/>
                </a:solidFill>
                <a:effectLst/>
                <a:latin typeface="+mn-lt"/>
                <a:ea typeface="+mn-ea"/>
                <a:cs typeface="+mn-cs"/>
              </a:rPr>
              <a:t> </a:t>
            </a:r>
            <a:r>
              <a:rPr lang="fr-FR" sz="1200" b="0" i="0" kern="1200" baseline="0" smtClean="0">
                <a:solidFill>
                  <a:schemeClr val="tx1"/>
                </a:solidFill>
                <a:effectLst/>
                <a:latin typeface="+mn-lt"/>
                <a:ea typeface="+mn-ea"/>
                <a:cs typeface="+mn-cs"/>
              </a:rPr>
              <a:t>2018 par </a:t>
            </a:r>
            <a:r>
              <a:rPr lang="fr-FR" sz="1200" b="0" i="0" kern="1200" smtClean="0">
                <a:solidFill>
                  <a:schemeClr val="tx1"/>
                </a:solidFill>
                <a:effectLst/>
                <a:latin typeface="+mn-lt"/>
                <a:ea typeface="+mn-ea"/>
                <a:cs typeface="+mn-cs"/>
              </a:rPr>
              <a:t>Julia </a:t>
            </a:r>
            <a:r>
              <a:rPr lang="fr-FR" sz="1200" b="0" i="0" kern="1200" dirty="0" smtClean="0">
                <a:solidFill>
                  <a:schemeClr val="tx1"/>
                </a:solidFill>
                <a:effectLst/>
                <a:latin typeface="+mn-lt"/>
                <a:ea typeface="+mn-ea"/>
                <a:cs typeface="+mn-cs"/>
              </a:rPr>
              <a:t>RATOVONDRAHONA et Josué RATOVONDRAHONA</a:t>
            </a:r>
            <a:endParaRPr lang="en-US" sz="1200" kern="1200" dirty="0" smtClean="0">
              <a:solidFill>
                <a:schemeClr val="tx1"/>
              </a:solidFill>
              <a:effectLst/>
              <a:latin typeface="+mn-lt"/>
              <a:ea typeface="+mn-ea"/>
              <a:cs typeface="+mn-cs"/>
            </a:endParaRPr>
          </a:p>
          <a:p>
            <a:endParaRPr lang="fr-FR" dirty="0"/>
          </a:p>
        </p:txBody>
      </p:sp>
      <p:sp>
        <p:nvSpPr>
          <p:cNvPr id="4" name="Espace réservé du numéro de diapositive 3"/>
          <p:cNvSpPr>
            <a:spLocks noGrp="1"/>
          </p:cNvSpPr>
          <p:nvPr>
            <p:ph type="sldNum" sz="quarter" idx="5"/>
          </p:nvPr>
        </p:nvSpPr>
        <p:spPr/>
        <p:txBody>
          <a:bodyPr/>
          <a:lstStyle/>
          <a:p>
            <a:fld id="{6733DD51-D9B6-44DF-980C-555FBFA01AE0}" type="slidenum">
              <a:rPr lang="fr-FR" smtClean="0"/>
              <a:t>10</a:t>
            </a:fld>
            <a:endParaRPr lang="fr-FR"/>
          </a:p>
        </p:txBody>
      </p:sp>
    </p:spTree>
    <p:extLst>
      <p:ext uri="{BB962C8B-B14F-4D97-AF65-F5344CB8AC3E}">
        <p14:creationId xmlns:p14="http://schemas.microsoft.com/office/powerpoint/2010/main" val="2913588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Passons maintenant à la description de projet</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6733DD51-D9B6-44DF-980C-555FBFA01AE0}" type="slidenum">
              <a:rPr lang="fr-FR" smtClean="0"/>
              <a:t>11</a:t>
            </a:fld>
            <a:endParaRPr lang="fr-FR"/>
          </a:p>
        </p:txBody>
      </p:sp>
    </p:spTree>
    <p:extLst>
      <p:ext uri="{BB962C8B-B14F-4D97-AF65-F5344CB8AC3E}">
        <p14:creationId xmlns:p14="http://schemas.microsoft.com/office/powerpoint/2010/main" val="3599423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strike="noStrike" spc="-1" dirty="0" smtClean="0">
                <a:latin typeface="Arial"/>
              </a:rPr>
              <a:t>Le projet consiste à concevoir et réaliser un système de gestion pour un site</a:t>
            </a:r>
            <a:r>
              <a:rPr lang="fr-FR" sz="1200" b="0" strike="noStrike" spc="-1" baseline="0" dirty="0" smtClean="0">
                <a:latin typeface="Arial"/>
              </a:rPr>
              <a:t> web spécialisé dans l’immobilier</a:t>
            </a:r>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12</a:t>
            </a:fld>
            <a:endParaRPr lang="fr-FR"/>
          </a:p>
        </p:txBody>
      </p:sp>
    </p:spTree>
    <p:extLst>
      <p:ext uri="{BB962C8B-B14F-4D97-AF65-F5344CB8AC3E}">
        <p14:creationId xmlns:p14="http://schemas.microsoft.com/office/powerpoint/2010/main" val="6007477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13</a:t>
            </a:fld>
            <a:endParaRPr lang="fr-FR"/>
          </a:p>
        </p:txBody>
      </p:sp>
    </p:spTree>
    <p:extLst>
      <p:ext uri="{BB962C8B-B14F-4D97-AF65-F5344CB8AC3E}">
        <p14:creationId xmlns:p14="http://schemas.microsoft.com/office/powerpoint/2010/main" val="24615816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Font typeface="Wingdings" panose="05000000000000000000" pitchFamily="2" charset="2"/>
              <a:buNone/>
            </a:pPr>
            <a:endParaRPr lang="fr-FR" sz="1200" b="0" strike="noStrike" spc="-1" baseline="0" dirty="0" smtClean="0">
              <a:latin typeface="Arial"/>
            </a:endParaRPr>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14</a:t>
            </a:fld>
            <a:endParaRPr lang="fr-FR"/>
          </a:p>
        </p:txBody>
      </p:sp>
    </p:spTree>
    <p:extLst>
      <p:ext uri="{BB962C8B-B14F-4D97-AF65-F5344CB8AC3E}">
        <p14:creationId xmlns:p14="http://schemas.microsoft.com/office/powerpoint/2010/main" val="2871860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Entamons tout de suite à la 2</a:t>
            </a:r>
            <a:r>
              <a:rPr lang="fr-FR" sz="1200" kern="100" baseline="30000" dirty="0" smtClean="0">
                <a:effectLst/>
                <a:latin typeface="Times New Roman" panose="02020603050405020304" pitchFamily="18" charset="0"/>
                <a:ea typeface="Calibri" panose="020F0502020204030204" pitchFamily="34" charset="0"/>
                <a:cs typeface="Times New Roman" panose="02020603050405020304" pitchFamily="18" charset="0"/>
              </a:rPr>
              <a:t>ème</a:t>
            </a: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 partie l’analyse et conception</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15</a:t>
            </a:fld>
            <a:endParaRPr lang="fr-FR"/>
          </a:p>
        </p:txBody>
      </p:sp>
    </p:spTree>
    <p:extLst>
      <p:ext uri="{BB962C8B-B14F-4D97-AF65-F5344CB8AC3E}">
        <p14:creationId xmlns:p14="http://schemas.microsoft.com/office/powerpoint/2010/main" val="970404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Auprès de la responsable de société ARATO, un client a formulé la demande de développement d’une application web pour une plateforme de gestion pour un site web spécialisé dans l’immobilier. Le client dispose uniquement d’un serveur de déploiement. </a:t>
            </a:r>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16</a:t>
            </a:fld>
            <a:endParaRPr lang="fr-FR"/>
          </a:p>
        </p:txBody>
      </p:sp>
    </p:spTree>
    <p:extLst>
      <p:ext uri="{BB962C8B-B14F-4D97-AF65-F5344CB8AC3E}">
        <p14:creationId xmlns:p14="http://schemas.microsoft.com/office/powerpoint/2010/main" val="40031530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D’après le</a:t>
            </a:r>
            <a:r>
              <a:rPr lang="fr-FR" baseline="0" dirty="0" smtClean="0"/>
              <a:t> client ,il observe des points forts et points faible aux niveaux de la marché de l’immobilier </a:t>
            </a:r>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17</a:t>
            </a:fld>
            <a:endParaRPr lang="fr-FR"/>
          </a:p>
        </p:txBody>
      </p:sp>
    </p:spTree>
    <p:extLst>
      <p:ext uri="{BB962C8B-B14F-4D97-AF65-F5344CB8AC3E}">
        <p14:creationId xmlns:p14="http://schemas.microsoft.com/office/powerpoint/2010/main" val="37465315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0" strike="noStrike" spc="-1" dirty="0" smtClean="0">
                <a:latin typeface="Arial"/>
              </a:rPr>
              <a:t>Pour résoudre ce problème, 2 solutions ont été proposées comme :</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fr-FR" sz="1200" kern="1200" dirty="0" smtClean="0">
                <a:solidFill>
                  <a:schemeClr val="tx1"/>
                </a:solidFill>
                <a:effectLst/>
                <a:latin typeface="+mn-lt"/>
                <a:ea typeface="+mn-ea"/>
                <a:cs typeface="+mn-cs"/>
              </a:rPr>
              <a:t>Achat d’un logiciel libre ou open source pour la gestion des biens, exemple dans le site de </a:t>
            </a:r>
            <a:r>
              <a:rPr lang="fr-FR" sz="1200" u="sng" kern="1200" dirty="0" err="1" smtClean="0">
                <a:solidFill>
                  <a:schemeClr val="tx1"/>
                </a:solidFill>
                <a:effectLst/>
                <a:latin typeface="+mn-lt"/>
                <a:ea typeface="+mn-ea"/>
                <a:cs typeface="+mn-cs"/>
                <a:hlinkClick r:id="rId3"/>
              </a:rPr>
              <a:t>webFrance</a:t>
            </a:r>
            <a:endParaRPr lang="fr-FR" sz="1200" u="sng" kern="1200" dirty="0" smtClean="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fr-FR" sz="1200" kern="1200" dirty="0" smtClean="0">
                <a:solidFill>
                  <a:schemeClr val="tx1"/>
                </a:solidFill>
                <a:effectLst/>
                <a:latin typeface="+mn-lt"/>
                <a:ea typeface="+mn-ea"/>
                <a:cs typeface="+mn-cs"/>
              </a:rPr>
              <a:t>Conception et réalisation d’un système de gestion pour un site web spécialisé dans l’immobilier.</a:t>
            </a:r>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1200" b="0" strike="noStrike" spc="-1" dirty="0" smtClean="0">
                <a:latin typeface="Arial"/>
              </a:rPr>
              <a:t>D’après les comparaisons ces solutions ont des avantages et inconvénients mais une seule solution sera prise en compte</a:t>
            </a:r>
          </a:p>
          <a:p>
            <a:pPr marL="0" marR="0" indent="0" algn="l" defTabSz="914400" rtl="0" eaLnBrk="1" fontAlgn="auto" latinLnBrk="0" hangingPunct="1">
              <a:lnSpc>
                <a:spcPct val="100000"/>
              </a:lnSpc>
              <a:spcBef>
                <a:spcPts val="0"/>
              </a:spcBef>
              <a:spcAft>
                <a:spcPts val="0"/>
              </a:spcAft>
              <a:buClrTx/>
              <a:buSzTx/>
              <a:buFontTx/>
              <a:buNone/>
              <a:tabLst/>
              <a:defRPr/>
            </a:pPr>
            <a:endParaRPr lang="fr-FR" sz="1200" u="sng"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fr-FR" sz="1200" b="0" strike="noStrike" spc="-1" dirty="0" smtClean="0">
              <a:latin typeface="Arial"/>
            </a:endParaRPr>
          </a:p>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18</a:t>
            </a:fld>
            <a:endParaRPr lang="fr-FR"/>
          </a:p>
        </p:txBody>
      </p:sp>
    </p:spTree>
    <p:extLst>
      <p:ext uri="{BB962C8B-B14F-4D97-AF65-F5344CB8AC3E}">
        <p14:creationId xmlns:p14="http://schemas.microsoft.com/office/powerpoint/2010/main" val="2583401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16000" indent="-215280">
              <a:lnSpc>
                <a:spcPct val="100000"/>
              </a:lnSpc>
              <a:tabLst>
                <a:tab pos="0" algn="l"/>
              </a:tabLst>
            </a:pPr>
            <a:r>
              <a:rPr lang="fr-FR" sz="1200" b="0" strike="noStrike" spc="-1" dirty="0" smtClean="0">
                <a:latin typeface="Arial"/>
              </a:rPr>
              <a:t>qui</a:t>
            </a:r>
          </a:p>
          <a:p>
            <a:pPr marL="216000" indent="-215280">
              <a:lnSpc>
                <a:spcPct val="100000"/>
              </a:lnSpc>
              <a:tabLst>
                <a:tab pos="0" algn="l"/>
              </a:tabLst>
            </a:pPr>
            <a:r>
              <a:rPr lang="fr-FR" sz="1200" b="0" strike="noStrike" spc="-1" dirty="0" smtClean="0">
                <a:latin typeface="Arial"/>
              </a:rPr>
              <a:t>consiste à mettre en place un système automatisé, c’est à dire concevoir et réaliser </a:t>
            </a:r>
            <a:r>
              <a:rPr lang="fr-FR" b="1" dirty="0" smtClean="0"/>
              <a:t>un système de gestion pour un site web spécialisé dans l’immobilier</a:t>
            </a:r>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19</a:t>
            </a:fld>
            <a:endParaRPr lang="fr-FR"/>
          </a:p>
        </p:txBody>
      </p:sp>
    </p:spTree>
    <p:extLst>
      <p:ext uri="{BB962C8B-B14F-4D97-AF65-F5344CB8AC3E}">
        <p14:creationId xmlns:p14="http://schemas.microsoft.com/office/powerpoint/2010/main" val="27654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0" strike="noStrike" spc="-1" dirty="0" smtClean="0">
                <a:solidFill>
                  <a:srgbClr val="000000"/>
                </a:solidFill>
                <a:latin typeface="+mn-lt"/>
                <a:ea typeface="+mn-ea"/>
              </a:rPr>
              <a:t>Il est primordial de choisir une méthode de gestion de projet. Parmi les différentes méthodes, la méthode </a:t>
            </a:r>
            <a:r>
              <a:rPr lang="fr-FR" sz="1200" b="1" strike="noStrike" spc="-1" dirty="0" err="1" smtClean="0">
                <a:solidFill>
                  <a:srgbClr val="000000"/>
                </a:solidFill>
                <a:latin typeface="+mn-lt"/>
                <a:ea typeface="+mn-ea"/>
              </a:rPr>
              <a:t>scrum</a:t>
            </a:r>
            <a:r>
              <a:rPr lang="fr-FR" sz="1200" b="1" strike="noStrike" spc="-1" dirty="0" smtClean="0">
                <a:solidFill>
                  <a:srgbClr val="000000"/>
                </a:solidFill>
                <a:latin typeface="+mn-lt"/>
                <a:ea typeface="+mn-ea"/>
              </a:rPr>
              <a:t> </a:t>
            </a:r>
            <a:r>
              <a:rPr lang="fr-FR" sz="1200" b="0" strike="noStrike" spc="-1" dirty="0" smtClean="0">
                <a:solidFill>
                  <a:srgbClr val="000000"/>
                </a:solidFill>
                <a:latin typeface="+mn-lt"/>
                <a:ea typeface="+mn-ea"/>
              </a:rPr>
              <a:t>est choisie puisque c’est une </a:t>
            </a:r>
            <a:r>
              <a:rPr lang="fr-FR" sz="1200" b="0" u="sng" strike="noStrike" spc="-1" dirty="0" smtClean="0">
                <a:solidFill>
                  <a:srgbClr val="000000"/>
                </a:solidFill>
                <a:uFillTx/>
                <a:latin typeface="+mn-lt"/>
                <a:ea typeface="+mn-ea"/>
              </a:rPr>
              <a:t>méthode AGILE</a:t>
            </a:r>
            <a:r>
              <a:rPr lang="fr-FR" sz="1400" b="0" strike="noStrike" spc="-1" dirty="0" smtClean="0">
                <a:solidFill>
                  <a:srgbClr val="000000"/>
                </a:solidFill>
                <a:latin typeface="+mn-lt"/>
                <a:ea typeface="+mn-ea"/>
              </a:rPr>
              <a:t> </a:t>
            </a:r>
            <a:r>
              <a:rPr lang="fr-FR" sz="1200" b="0" strike="noStrike" spc="-1" dirty="0" smtClean="0">
                <a:solidFill>
                  <a:srgbClr val="000000"/>
                </a:solidFill>
                <a:latin typeface="Inter"/>
                <a:ea typeface="+mn-ea"/>
              </a:rPr>
              <a:t>p</a:t>
            </a:r>
            <a:r>
              <a:rPr lang="fr-FR" sz="1500" b="0" strike="noStrike" spc="-1" dirty="0" smtClean="0">
                <a:solidFill>
                  <a:srgbClr val="000000"/>
                </a:solidFill>
                <a:latin typeface="Inter"/>
                <a:ea typeface="+mn-ea"/>
              </a:rPr>
              <a:t>lus efficaces et moins rigides </a:t>
            </a:r>
            <a:endParaRPr lang="fr-FR" sz="1500" b="0" strike="noStrike" spc="-1" dirty="0" smtClean="0">
              <a:latin typeface="Arial"/>
            </a:endParaRPr>
          </a:p>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20</a:t>
            </a:fld>
            <a:endParaRPr lang="fr-FR"/>
          </a:p>
        </p:txBody>
      </p:sp>
    </p:spTree>
    <p:extLst>
      <p:ext uri="{BB962C8B-B14F-4D97-AF65-F5344CB8AC3E}">
        <p14:creationId xmlns:p14="http://schemas.microsoft.com/office/powerpoint/2010/main" val="29200299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0" strike="noStrike" kern="1200" spc="-1" dirty="0" smtClean="0">
                <a:solidFill>
                  <a:schemeClr val="tx1"/>
                </a:solidFill>
                <a:effectLst/>
                <a:latin typeface="+mn-lt"/>
                <a:ea typeface="+mn-ea"/>
                <a:cs typeface="+mn-cs"/>
              </a:rPr>
              <a:t>On a choisi</a:t>
            </a:r>
            <a:r>
              <a:rPr lang="fr-FR" sz="1200" b="0" strike="noStrike" kern="1200" spc="-1" baseline="0" dirty="0" smtClean="0">
                <a:solidFill>
                  <a:schemeClr val="tx1"/>
                </a:solidFill>
                <a:effectLst/>
                <a:latin typeface="+mn-lt"/>
                <a:ea typeface="+mn-ea"/>
                <a:cs typeface="+mn-cs"/>
              </a:rPr>
              <a:t> </a:t>
            </a:r>
            <a:r>
              <a:rPr lang="fr-FR" sz="1200" b="0" strike="noStrike" kern="1200" spc="-1" dirty="0" err="1" smtClean="0">
                <a:solidFill>
                  <a:schemeClr val="tx1"/>
                </a:solidFill>
                <a:effectLst/>
                <a:latin typeface="+mn-lt"/>
                <a:ea typeface="+mn-ea"/>
                <a:cs typeface="+mn-cs"/>
              </a:rPr>
              <a:t>Php</a:t>
            </a:r>
            <a:r>
              <a:rPr lang="fr-FR" sz="1200" b="0" strike="noStrike" kern="1200" spc="-1" dirty="0" smtClean="0">
                <a:solidFill>
                  <a:schemeClr val="tx1"/>
                </a:solidFill>
                <a:effectLst/>
                <a:latin typeface="+mn-lt"/>
                <a:ea typeface="+mn-ea"/>
                <a:cs typeface="+mn-cs"/>
              </a:rPr>
              <a:t> avec le </a:t>
            </a:r>
            <a:r>
              <a:rPr lang="fr-FR" sz="1200" b="0" strike="noStrike" kern="1200" spc="-1" dirty="0" err="1" smtClean="0">
                <a:solidFill>
                  <a:schemeClr val="tx1"/>
                </a:solidFill>
                <a:effectLst/>
                <a:latin typeface="+mn-lt"/>
                <a:ea typeface="+mn-ea"/>
                <a:cs typeface="+mn-cs"/>
              </a:rPr>
              <a:t>framework</a:t>
            </a:r>
            <a:r>
              <a:rPr lang="fr-FR" sz="1200" b="0" strike="noStrike" kern="1200" spc="-1" dirty="0" smtClean="0">
                <a:solidFill>
                  <a:schemeClr val="tx1"/>
                </a:solidFill>
                <a:effectLst/>
                <a:latin typeface="+mn-lt"/>
                <a:ea typeface="+mn-ea"/>
                <a:cs typeface="+mn-cs"/>
              </a:rPr>
              <a:t> </a:t>
            </a:r>
            <a:r>
              <a:rPr lang="fr-FR" sz="1200" b="0" strike="noStrike" kern="1200" spc="-1" dirty="0" err="1" smtClean="0">
                <a:solidFill>
                  <a:schemeClr val="tx1"/>
                </a:solidFill>
                <a:effectLst/>
                <a:latin typeface="+mn-lt"/>
                <a:ea typeface="+mn-ea"/>
                <a:cs typeface="+mn-cs"/>
              </a:rPr>
              <a:t>Laravel</a:t>
            </a:r>
            <a:r>
              <a:rPr lang="fr-FR" sz="1200" b="0" strike="noStrike" kern="1200" spc="-1" dirty="0" smtClean="0">
                <a:solidFill>
                  <a:schemeClr val="tx1"/>
                </a:solidFill>
                <a:effectLst/>
                <a:latin typeface="+mn-lt"/>
                <a:ea typeface="+mn-ea"/>
                <a:cs typeface="+mn-cs"/>
              </a:rPr>
              <a:t> pour</a:t>
            </a:r>
            <a:r>
              <a:rPr lang="fr-FR" sz="1200" b="0" strike="noStrike" kern="1200" spc="-1" baseline="0" dirty="0" smtClean="0">
                <a:solidFill>
                  <a:schemeClr val="tx1"/>
                </a:solidFill>
                <a:effectLst/>
                <a:latin typeface="+mn-lt"/>
                <a:ea typeface="+mn-ea"/>
                <a:cs typeface="+mn-cs"/>
              </a:rPr>
              <a:t> le </a:t>
            </a:r>
            <a:r>
              <a:rPr lang="fr-FR" sz="1200" b="0" strike="noStrike" kern="1200" spc="-1" baseline="0" dirty="0" err="1" smtClean="0">
                <a:solidFill>
                  <a:schemeClr val="tx1"/>
                </a:solidFill>
                <a:effectLst/>
                <a:latin typeface="+mn-lt"/>
                <a:ea typeface="+mn-ea"/>
                <a:cs typeface="+mn-cs"/>
              </a:rPr>
              <a:t>developpement</a:t>
            </a:r>
            <a:r>
              <a:rPr lang="fr-FR" sz="1200" b="0" strike="noStrike" kern="1200" spc="-1" baseline="0" dirty="0" smtClean="0">
                <a:solidFill>
                  <a:schemeClr val="tx1"/>
                </a:solidFill>
                <a:effectLst/>
                <a:latin typeface="+mn-lt"/>
                <a:ea typeface="+mn-ea"/>
                <a:cs typeface="+mn-cs"/>
              </a:rPr>
              <a:t> </a:t>
            </a:r>
            <a:r>
              <a:rPr lang="fr-FR" sz="1200" b="0" strike="noStrike" kern="1200" spc="-1" dirty="0" smtClean="0">
                <a:solidFill>
                  <a:schemeClr val="tx1"/>
                </a:solidFill>
                <a:effectLst/>
                <a:latin typeface="+mn-lt"/>
                <a:ea typeface="+mn-ea"/>
                <a:cs typeface="+mn-cs"/>
              </a:rPr>
              <a:t>du </a:t>
            </a:r>
            <a:r>
              <a:rPr lang="fr-FR" sz="1200" b="0" strike="noStrike" kern="1200" spc="-1" dirty="0" err="1" smtClean="0">
                <a:solidFill>
                  <a:schemeClr val="tx1"/>
                </a:solidFill>
                <a:effectLst/>
                <a:latin typeface="+mn-lt"/>
                <a:ea typeface="+mn-ea"/>
                <a:cs typeface="+mn-cs"/>
              </a:rPr>
              <a:t>backend</a:t>
            </a:r>
            <a:r>
              <a:rPr lang="fr-FR" sz="1200" b="0" strike="noStrike" kern="1200" spc="-1" dirty="0" smtClean="0">
                <a:solidFill>
                  <a:schemeClr val="tx1"/>
                </a:solidFill>
                <a:effectLst/>
                <a:latin typeface="+mn-lt"/>
                <a:ea typeface="+mn-ea"/>
                <a:cs typeface="+mn-cs"/>
              </a:rPr>
              <a:t> et</a:t>
            </a:r>
          </a:p>
          <a:p>
            <a:pPr marL="0" marR="0" indent="0" algn="l" defTabSz="914400" rtl="0" eaLnBrk="1" fontAlgn="auto" latinLnBrk="0" hangingPunct="1">
              <a:lnSpc>
                <a:spcPct val="100000"/>
              </a:lnSpc>
              <a:spcBef>
                <a:spcPts val="0"/>
              </a:spcBef>
              <a:spcAft>
                <a:spcPts val="0"/>
              </a:spcAft>
              <a:buClrTx/>
              <a:buSzTx/>
              <a:buFontTx/>
              <a:buNone/>
              <a:tabLst/>
              <a:defRPr/>
            </a:pPr>
            <a:endParaRPr lang="fr-FR" sz="1200" b="0" strike="noStrike" kern="1200" spc="-1"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1200" b="0" strike="noStrike" kern="1200" spc="-1" dirty="0" err="1" smtClean="0">
                <a:solidFill>
                  <a:schemeClr val="tx1"/>
                </a:solidFill>
                <a:effectLst/>
                <a:latin typeface="+mn-lt"/>
                <a:ea typeface="+mn-ea"/>
                <a:cs typeface="+mn-cs"/>
              </a:rPr>
              <a:t>Javascript</a:t>
            </a:r>
            <a:r>
              <a:rPr lang="fr-FR" sz="1200" b="0" strike="noStrike" kern="1200" spc="-1" dirty="0" smtClean="0">
                <a:solidFill>
                  <a:schemeClr val="tx1"/>
                </a:solidFill>
                <a:effectLst/>
                <a:latin typeface="+mn-lt"/>
                <a:ea typeface="+mn-ea"/>
                <a:cs typeface="+mn-cs"/>
              </a:rPr>
              <a:t>  avec le </a:t>
            </a:r>
            <a:r>
              <a:rPr lang="fr-FR" sz="1200" b="0" strike="noStrike" kern="1200" spc="-1" dirty="0" err="1" smtClean="0">
                <a:solidFill>
                  <a:schemeClr val="tx1"/>
                </a:solidFill>
                <a:effectLst/>
                <a:latin typeface="+mn-lt"/>
                <a:ea typeface="+mn-ea"/>
                <a:cs typeface="+mn-cs"/>
              </a:rPr>
              <a:t>framework</a:t>
            </a:r>
            <a:r>
              <a:rPr lang="fr-FR" sz="1200" b="0" strike="noStrike" kern="1200" spc="-1" dirty="0" smtClean="0">
                <a:solidFill>
                  <a:schemeClr val="tx1"/>
                </a:solidFill>
                <a:effectLst/>
                <a:latin typeface="+mn-lt"/>
                <a:ea typeface="+mn-ea"/>
                <a:cs typeface="+mn-cs"/>
              </a:rPr>
              <a:t> next.js pour le </a:t>
            </a:r>
            <a:r>
              <a:rPr lang="fr-FR" sz="1200" b="0" strike="noStrike" kern="1200" spc="-1" dirty="0" err="1" smtClean="0">
                <a:solidFill>
                  <a:schemeClr val="tx1"/>
                </a:solidFill>
                <a:effectLst/>
                <a:latin typeface="+mn-lt"/>
                <a:ea typeface="+mn-ea"/>
                <a:cs typeface="+mn-cs"/>
              </a:rPr>
              <a:t>developpement</a:t>
            </a:r>
            <a:r>
              <a:rPr lang="fr-FR" sz="1200" b="0" strike="noStrike" kern="1200" spc="-1" dirty="0" smtClean="0">
                <a:solidFill>
                  <a:schemeClr val="tx1"/>
                </a:solidFill>
                <a:effectLst/>
                <a:latin typeface="+mn-lt"/>
                <a:ea typeface="+mn-ea"/>
                <a:cs typeface="+mn-cs"/>
              </a:rPr>
              <a:t> du </a:t>
            </a:r>
            <a:r>
              <a:rPr lang="fr-FR" sz="1200" b="0" strike="noStrike" kern="1200" spc="-1" dirty="0" err="1" smtClean="0">
                <a:solidFill>
                  <a:schemeClr val="tx1"/>
                </a:solidFill>
                <a:effectLst/>
                <a:latin typeface="+mn-lt"/>
                <a:ea typeface="+mn-ea"/>
                <a:cs typeface="+mn-cs"/>
              </a:rPr>
              <a:t>backend</a:t>
            </a:r>
            <a:endParaRPr lang="fr-FR" sz="1200" b="0" strike="noStrike" kern="1200" spc="-1"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1200" b="0" strike="noStrike" kern="1200" spc="-1" dirty="0" smtClean="0">
                <a:solidFill>
                  <a:schemeClr val="tx1"/>
                </a:solidFill>
                <a:effectLst/>
                <a:latin typeface="+mn-lt"/>
                <a:ea typeface="+mn-ea"/>
                <a:cs typeface="+mn-cs"/>
              </a:rPr>
              <a:t>Pour le SGBD on</a:t>
            </a:r>
            <a:r>
              <a:rPr lang="fr-FR" sz="1200" b="0" strike="noStrike" kern="1200" spc="-1" baseline="0" dirty="0" smtClean="0">
                <a:solidFill>
                  <a:schemeClr val="tx1"/>
                </a:solidFill>
                <a:effectLst/>
                <a:latin typeface="+mn-lt"/>
                <a:ea typeface="+mn-ea"/>
                <a:cs typeface="+mn-cs"/>
              </a:rPr>
              <a:t> utilise le </a:t>
            </a:r>
            <a:r>
              <a:rPr lang="fr-FR" sz="1200" b="0" strike="noStrike" kern="1200" spc="-1" baseline="0" dirty="0" err="1" smtClean="0">
                <a:solidFill>
                  <a:schemeClr val="tx1"/>
                </a:solidFill>
                <a:effectLst/>
                <a:latin typeface="+mn-lt"/>
                <a:ea typeface="+mn-ea"/>
                <a:cs typeface="+mn-cs"/>
              </a:rPr>
              <a:t>PostegreSQL</a:t>
            </a:r>
            <a:r>
              <a:rPr lang="fr-FR" sz="1200" b="0" strike="noStrike" kern="1200" spc="-1" baseline="0" dirty="0" smtClean="0">
                <a:solidFill>
                  <a:schemeClr val="tx1"/>
                </a:solidFill>
                <a:effectLst/>
                <a:latin typeface="+mn-lt"/>
                <a:ea typeface="+mn-ea"/>
                <a:cs typeface="+mn-cs"/>
              </a:rPr>
              <a:t> ,</a:t>
            </a:r>
            <a:endParaRPr lang="fr-FR" sz="1200" b="0" strike="noStrike" kern="1200" spc="-1" dirty="0" smtClean="0">
              <a:solidFill>
                <a:schemeClr val="tx1"/>
              </a:solidFill>
              <a:effectLst/>
              <a:latin typeface="+mn-lt"/>
              <a:ea typeface="+mn-ea"/>
              <a:cs typeface="+mn-cs"/>
            </a:endParaRPr>
          </a:p>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21</a:t>
            </a:fld>
            <a:endParaRPr lang="fr-FR"/>
          </a:p>
        </p:txBody>
      </p:sp>
    </p:spTree>
    <p:extLst>
      <p:ext uri="{BB962C8B-B14F-4D97-AF65-F5344CB8AC3E}">
        <p14:creationId xmlns:p14="http://schemas.microsoft.com/office/powerpoint/2010/main" val="3061862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spcAft>
                <a:spcPts val="800"/>
              </a:spcAft>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Pour l’analyse conceptuel, on a utilisé la méthode SCRUM </a:t>
            </a:r>
          </a:p>
          <a:p>
            <a:pPr algn="just">
              <a:lnSpc>
                <a:spcPct val="150000"/>
              </a:lnSpc>
              <a:spcAft>
                <a:spcPts val="800"/>
              </a:spcAft>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La figure permet de montrer les étapes du SCRUM pour réaliser notre projet avec la méthode agile.</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22</a:t>
            </a:fld>
            <a:endParaRPr lang="fr-FR"/>
          </a:p>
        </p:txBody>
      </p:sp>
    </p:spTree>
    <p:extLst>
      <p:ext uri="{BB962C8B-B14F-4D97-AF65-F5344CB8AC3E}">
        <p14:creationId xmlns:p14="http://schemas.microsoft.com/office/powerpoint/2010/main" val="10258129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58750" indent="0" algn="just">
              <a:lnSpc>
                <a:spcPct val="150000"/>
              </a:lnSpc>
              <a:spcAft>
                <a:spcPts val="800"/>
              </a:spcAft>
              <a:buNone/>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Nous allons maintenant présenter les équipes qui s’impliquent dans le projet avec ses rôles :</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Product </a:t>
            </a:r>
            <a:r>
              <a:rPr lang="fr-FR" sz="1200" kern="100" dirty="0" err="1" smtClean="0">
                <a:effectLst/>
                <a:latin typeface="Times New Roman" panose="02020603050405020304" pitchFamily="18" charset="0"/>
                <a:ea typeface="Calibri" panose="020F0502020204030204" pitchFamily="34" charset="0"/>
                <a:cs typeface="Times New Roman" panose="02020603050405020304" pitchFamily="18" charset="0"/>
              </a:rPr>
              <a:t>Owner</a:t>
            </a: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 : qui est le responsable du produit.</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fr-FR" sz="1200" kern="100" dirty="0" err="1" smtClean="0">
                <a:effectLst/>
                <a:latin typeface="Times New Roman" panose="02020603050405020304" pitchFamily="18" charset="0"/>
                <a:ea typeface="Calibri" panose="020F0502020204030204" pitchFamily="34" charset="0"/>
                <a:cs typeface="Times New Roman" panose="02020603050405020304" pitchFamily="18" charset="0"/>
              </a:rPr>
              <a:t>Scrum</a:t>
            </a: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 Master qui sert l’équipe </a:t>
            </a:r>
            <a:r>
              <a:rPr lang="fr-FR" sz="1200" kern="100" dirty="0" err="1" smtClean="0">
                <a:effectLst/>
                <a:latin typeface="Times New Roman" panose="02020603050405020304" pitchFamily="18" charset="0"/>
                <a:ea typeface="Calibri" panose="020F0502020204030204" pitchFamily="34" charset="0"/>
                <a:cs typeface="Times New Roman" panose="02020603050405020304" pitchFamily="18" charset="0"/>
              </a:rPr>
              <a:t>Scrum</a:t>
            </a: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 de plusieurs manières.</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L’équipe de développement qui développe les fonctionnalités.</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23</a:t>
            </a:fld>
            <a:endParaRPr lang="fr-FR"/>
          </a:p>
        </p:txBody>
      </p:sp>
    </p:spTree>
    <p:extLst>
      <p:ext uri="{BB962C8B-B14F-4D97-AF65-F5344CB8AC3E}">
        <p14:creationId xmlns:p14="http://schemas.microsoft.com/office/powerpoint/2010/main" val="39203638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0" strike="noStrike" spc="-1" dirty="0" smtClean="0">
                <a:latin typeface="Arial"/>
              </a:rPr>
              <a:t>Le tableau suivant représente l’extrait d’user story</a:t>
            </a:r>
          </a:p>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24</a:t>
            </a:fld>
            <a:endParaRPr lang="fr-FR"/>
          </a:p>
        </p:txBody>
      </p:sp>
    </p:spTree>
    <p:extLst>
      <p:ext uri="{BB962C8B-B14F-4D97-AF65-F5344CB8AC3E}">
        <p14:creationId xmlns:p14="http://schemas.microsoft.com/office/powerpoint/2010/main" val="4857998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0" strike="noStrike" spc="-1" dirty="0" smtClean="0">
                <a:latin typeface="Arial"/>
              </a:rPr>
              <a:t>Cet tableau représente le Product </a:t>
            </a:r>
            <a:r>
              <a:rPr lang="fr-FR" sz="1200" b="0" strike="noStrike" spc="-1" dirty="0" err="1" smtClean="0">
                <a:latin typeface="Arial"/>
              </a:rPr>
              <a:t>backlog</a:t>
            </a:r>
            <a:r>
              <a:rPr lang="fr-FR" sz="1200" b="0" strike="noStrike" spc="-1" dirty="0" smtClean="0">
                <a:latin typeface="Arial"/>
              </a:rPr>
              <a:t> du projet</a:t>
            </a:r>
          </a:p>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25</a:t>
            </a:fld>
            <a:endParaRPr lang="fr-FR"/>
          </a:p>
        </p:txBody>
      </p:sp>
    </p:spTree>
    <p:extLst>
      <p:ext uri="{BB962C8B-B14F-4D97-AF65-F5344CB8AC3E}">
        <p14:creationId xmlns:p14="http://schemas.microsoft.com/office/powerpoint/2010/main" val="40431446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spcAft>
                <a:spcPts val="800"/>
              </a:spcAft>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Le diagramme de classe permet de donner la représentation statique du système à développer.</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Cette figure montre le diagramme de classe de conception globale</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26</a:t>
            </a:fld>
            <a:endParaRPr lang="fr-FR"/>
          </a:p>
        </p:txBody>
      </p:sp>
    </p:spTree>
    <p:extLst>
      <p:ext uri="{BB962C8B-B14F-4D97-AF65-F5344CB8AC3E}">
        <p14:creationId xmlns:p14="http://schemas.microsoft.com/office/powerpoint/2010/main" val="5452189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Entamons maintenant la 3</a:t>
            </a:r>
            <a:r>
              <a:rPr lang="fr-FR" sz="1200" kern="100" baseline="30000" dirty="0" smtClean="0">
                <a:effectLst/>
                <a:latin typeface="Times New Roman" panose="02020603050405020304" pitchFamily="18" charset="0"/>
                <a:ea typeface="Calibri" panose="020F0502020204030204" pitchFamily="34" charset="0"/>
                <a:cs typeface="Times New Roman" panose="02020603050405020304" pitchFamily="18" charset="0"/>
              </a:rPr>
              <a:t>ème</a:t>
            </a: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 partie, réalisation et démonstration.</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spcBef>
                <a:spcPts val="0"/>
              </a:spcBef>
              <a:spcAft>
                <a:spcPts val="0"/>
              </a:spcAft>
              <a:buNone/>
            </a:pPr>
            <a:endParaRPr lang="fr-FR" dirty="0" smtClean="0"/>
          </a:p>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27</a:t>
            </a:fld>
            <a:endParaRPr lang="fr-FR"/>
          </a:p>
        </p:txBody>
      </p:sp>
    </p:spTree>
    <p:extLst>
      <p:ext uri="{BB962C8B-B14F-4D97-AF65-F5344CB8AC3E}">
        <p14:creationId xmlns:p14="http://schemas.microsoft.com/office/powerpoint/2010/main" val="35836255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just" defTabSz="914400" rtl="0" eaLnBrk="1" fontAlgn="auto" latinLnBrk="0" hangingPunct="1">
              <a:lnSpc>
                <a:spcPct val="150000"/>
              </a:lnSpc>
              <a:spcBef>
                <a:spcPts val="0"/>
              </a:spcBef>
              <a:spcAft>
                <a:spcPts val="800"/>
              </a:spcAft>
              <a:buClrTx/>
              <a:buSzTx/>
              <a:buFontTx/>
              <a:buNone/>
              <a:tabLst/>
              <a:defRP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 D’abord, nous avons réalisé cette application dans un système d’exploitation Windows qui a été préinstaller dans notre machine.</a:t>
            </a:r>
          </a:p>
          <a:p>
            <a:pPr algn="just">
              <a:lnSpc>
                <a:spcPct val="150000"/>
              </a:lnSpc>
              <a:spcAft>
                <a:spcPts val="800"/>
              </a:spcAft>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Nous avons installé et configuré les outils utilisés pour le développement</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28</a:t>
            </a:fld>
            <a:endParaRPr lang="fr-FR"/>
          </a:p>
        </p:txBody>
      </p:sp>
    </p:spTree>
    <p:extLst>
      <p:ext uri="{BB962C8B-B14F-4D97-AF65-F5344CB8AC3E}">
        <p14:creationId xmlns:p14="http://schemas.microsoft.com/office/powerpoint/2010/main" val="17294436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L’application suit l’architecture 4-tiers dont voici sa représentation.</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29</a:t>
            </a:fld>
            <a:endParaRPr lang="fr-FR"/>
          </a:p>
        </p:txBody>
      </p:sp>
    </p:spTree>
    <p:extLst>
      <p:ext uri="{BB962C8B-B14F-4D97-AF65-F5344CB8AC3E}">
        <p14:creationId xmlns:p14="http://schemas.microsoft.com/office/powerpoint/2010/main" val="9566759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Faisons maintenant une démonstration de l’application.</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30</a:t>
            </a:fld>
            <a:endParaRPr lang="fr-FR"/>
          </a:p>
        </p:txBody>
      </p:sp>
    </p:spTree>
    <p:extLst>
      <p:ext uri="{BB962C8B-B14F-4D97-AF65-F5344CB8AC3E}">
        <p14:creationId xmlns:p14="http://schemas.microsoft.com/office/powerpoint/2010/main" val="10493131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kern="1200" dirty="0">
                <a:solidFill>
                  <a:schemeClr val="tx1"/>
                </a:solidFill>
                <a:effectLst/>
                <a:latin typeface="+mn-lt"/>
                <a:ea typeface="+mn-ea"/>
                <a:cs typeface="+mn-cs"/>
                <a:sym typeface="+mn-ea"/>
              </a:rPr>
              <a:t>CETTE ICI QUE MON EXPOSE S’ACHEVE</a:t>
            </a:r>
          </a:p>
          <a:p>
            <a:r>
              <a:rPr lang="fr-FR" kern="1200" dirty="0">
                <a:solidFill>
                  <a:schemeClr val="tx1"/>
                </a:solidFill>
                <a:effectLst/>
                <a:latin typeface="+mn-lt"/>
                <a:ea typeface="+mn-ea"/>
                <a:cs typeface="+mn-cs"/>
                <a:sym typeface="+mn-ea"/>
              </a:rPr>
              <a:t>MERCIE POUR CETTE EMABLE ECOUTE</a:t>
            </a:r>
            <a:endParaRPr lang="fr-FR" kern="1200" dirty="0">
              <a:solidFill>
                <a:schemeClr val="tx1"/>
              </a:solidFill>
              <a:effectLst/>
              <a:latin typeface="+mn-lt"/>
              <a:ea typeface="+mn-ea"/>
              <a:cs typeface="+mn-cs"/>
            </a:endParaRPr>
          </a:p>
          <a:p>
            <a:r>
              <a:rPr lang="fr-FR" kern="1200" dirty="0">
                <a:solidFill>
                  <a:schemeClr val="tx1"/>
                </a:solidFill>
                <a:effectLst/>
                <a:latin typeface="+mn-lt"/>
                <a:ea typeface="+mn-ea"/>
                <a:cs typeface="+mn-cs"/>
                <a:sym typeface="+mn-ea"/>
              </a:rPr>
              <a:t>Et si vous avez des question ou des remarque a faire, je suis a votre disposition.</a:t>
            </a:r>
            <a:endParaRPr lang="en-US" dirty="0"/>
          </a:p>
          <a:p>
            <a:endParaRPr lang="fr-FR" dirty="0"/>
          </a:p>
        </p:txBody>
      </p:sp>
      <p:sp>
        <p:nvSpPr>
          <p:cNvPr id="4" name="Espace réservé du numéro de diapositive 3"/>
          <p:cNvSpPr>
            <a:spLocks noGrp="1"/>
          </p:cNvSpPr>
          <p:nvPr>
            <p:ph type="sldNum" sz="quarter" idx="5"/>
          </p:nvPr>
        </p:nvSpPr>
        <p:spPr/>
        <p:txBody>
          <a:bodyPr/>
          <a:lstStyle/>
          <a:p>
            <a:fld id="{6733DD51-D9B6-44DF-980C-555FBFA01AE0}" type="slidenum">
              <a:rPr lang="fr-FR" smtClean="0"/>
              <a:t>31</a:t>
            </a:fld>
            <a:endParaRPr lang="fr-FR"/>
          </a:p>
        </p:txBody>
      </p:sp>
    </p:spTree>
    <p:extLst>
      <p:ext uri="{BB962C8B-B14F-4D97-AF65-F5344CB8AC3E}">
        <p14:creationId xmlns:p14="http://schemas.microsoft.com/office/powerpoint/2010/main" val="16650106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b="0" dirty="0" smtClean="0">
                <a:latin typeface="Poppins" panose="00000500000000000000"/>
              </a:rPr>
              <a:t>Pour</a:t>
            </a:r>
            <a:r>
              <a:rPr lang="fr-FR" b="0" baseline="0" dirty="0" smtClean="0">
                <a:latin typeface="Poppins" panose="00000500000000000000"/>
              </a:rPr>
              <a:t> conclure ,</a:t>
            </a:r>
            <a:r>
              <a:rPr lang="fr-FR" b="0" baseline="0" dirty="0" smtClean="0">
                <a:latin typeface="Poppins" panose="00000500000000000000"/>
              </a:rPr>
              <a:t>c</a:t>
            </a:r>
            <a:r>
              <a:rPr lang="fr-FR" b="0" dirty="0" smtClean="0">
                <a:latin typeface="Poppins" panose="00000500000000000000"/>
              </a:rPr>
              <a:t>oncevoir</a:t>
            </a:r>
            <a:r>
              <a:rPr lang="fr-FR" b="0" dirty="0" smtClean="0">
                <a:latin typeface="Poppins" panose="00000500000000000000"/>
              </a:rPr>
              <a:t>, réaliser et déployer un système de gestion efficace pour une plateforme web dédié à l’immobilier</a:t>
            </a:r>
          </a:p>
          <a:p>
            <a:endParaRPr lang="en-US" dirty="0"/>
          </a:p>
        </p:txBody>
      </p:sp>
      <p:sp>
        <p:nvSpPr>
          <p:cNvPr id="4" name="Espace réservé du numéro de diapositive 3"/>
          <p:cNvSpPr>
            <a:spLocks noGrp="1"/>
          </p:cNvSpPr>
          <p:nvPr>
            <p:ph type="sldNum" sz="quarter" idx="10"/>
          </p:nvPr>
        </p:nvSpPr>
        <p:spPr/>
        <p:txBody>
          <a:bodyPr/>
          <a:lstStyle/>
          <a:p>
            <a:fld id="{6733DD51-D9B6-44DF-980C-555FBFA01AE0}" type="slidenum">
              <a:rPr lang="fr-FR" smtClean="0"/>
              <a:t>32</a:t>
            </a:fld>
            <a:endParaRPr lang="fr-FR"/>
          </a:p>
        </p:txBody>
      </p:sp>
    </p:spTree>
    <p:extLst>
      <p:ext uri="{BB962C8B-B14F-4D97-AF65-F5344CB8AC3E}">
        <p14:creationId xmlns:p14="http://schemas.microsoft.com/office/powerpoint/2010/main" val="10446375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Ainsi se termine ma présentation, je vous remercie de votre aimable attention.</a:t>
            </a:r>
            <a:endParaRPr lang="fr-FR" sz="1200" kern="100"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6733DD51-D9B6-44DF-980C-555FBFA01AE0}" type="slidenum">
              <a:rPr lang="fr-FR" smtClean="0"/>
              <a:t>33</a:t>
            </a:fld>
            <a:endParaRPr lang="fr-FR"/>
          </a:p>
        </p:txBody>
      </p:sp>
    </p:spTree>
    <p:extLst>
      <p:ext uri="{BB962C8B-B14F-4D97-AF65-F5344CB8AC3E}">
        <p14:creationId xmlns:p14="http://schemas.microsoft.com/office/powerpoint/2010/main" val="36981629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200" kern="100" dirty="0" smtClean="0">
                <a:effectLst/>
                <a:latin typeface="Times New Roman" panose="02020603050405020304" pitchFamily="18" charset="0"/>
                <a:ea typeface="Calibri" panose="020F0502020204030204" pitchFamily="34" charset="0"/>
                <a:cs typeface="Times New Roman" panose="02020603050405020304" pitchFamily="18" charset="0"/>
              </a:rPr>
              <a:t>Maintenant, je me tiens à votre disposition pour les questions et remarques que vous allez apporter</a:t>
            </a:r>
            <a:endParaRPr lang="fr-FR" dirty="0"/>
          </a:p>
        </p:txBody>
      </p:sp>
      <p:sp>
        <p:nvSpPr>
          <p:cNvPr id="4" name="Espace réservé du numéro de diapositive 3"/>
          <p:cNvSpPr>
            <a:spLocks noGrp="1"/>
          </p:cNvSpPr>
          <p:nvPr>
            <p:ph type="sldNum" sz="quarter" idx="5"/>
          </p:nvPr>
        </p:nvSpPr>
        <p:spPr/>
        <p:txBody>
          <a:bodyPr/>
          <a:lstStyle/>
          <a:p>
            <a:fld id="{6733DD51-D9B6-44DF-980C-555FBFA01AE0}" type="slidenum">
              <a:rPr lang="fr-FR" smtClean="0"/>
              <a:t>34</a:t>
            </a:fld>
            <a:endParaRPr lang="fr-FR"/>
          </a:p>
        </p:txBody>
      </p:sp>
    </p:spTree>
    <p:extLst>
      <p:ext uri="{BB962C8B-B14F-4D97-AF65-F5344CB8AC3E}">
        <p14:creationId xmlns:p14="http://schemas.microsoft.com/office/powerpoint/2010/main" val="2975642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FE5349-9775-430E-7650-B88956A0D4B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0ABD23A-3A12-0AE3-08DC-8853DCE5F2A5}"/>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749D4F6-C0CA-E716-1391-FA6423F66DB4}"/>
              </a:ext>
            </a:extLst>
          </p:cNvPr>
          <p:cNvSpPr>
            <a:spLocks noGrp="1"/>
          </p:cNvSpPr>
          <p:nvPr>
            <p:ph type="dt" sz="half" idx="10"/>
          </p:nvPr>
        </p:nvSpPr>
        <p:spPr/>
        <p:txBody>
          <a:bodyPr/>
          <a:lstStyle/>
          <a:p>
            <a:fld id="{C71615D2-5DA7-4315-B3D2-7002CB1D2F0E}" type="datetimeFigureOut">
              <a:rPr lang="fr-FR" smtClean="0"/>
              <a:t>09/11/2023</a:t>
            </a:fld>
            <a:endParaRPr lang="fr-FR"/>
          </a:p>
        </p:txBody>
      </p:sp>
      <p:sp>
        <p:nvSpPr>
          <p:cNvPr id="5" name="Espace réservé du pied de page 4">
            <a:extLst>
              <a:ext uri="{FF2B5EF4-FFF2-40B4-BE49-F238E27FC236}">
                <a16:creationId xmlns:a16="http://schemas.microsoft.com/office/drawing/2014/main" id="{0E345EDE-12DF-AB22-807C-7AFF2DE21C5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F6139BD-D346-AB9B-FDA0-D4676C8CA151}"/>
              </a:ext>
            </a:extLst>
          </p:cNvPr>
          <p:cNvSpPr>
            <a:spLocks noGrp="1"/>
          </p:cNvSpPr>
          <p:nvPr>
            <p:ph type="sldNum" sz="quarter" idx="12"/>
          </p:nvPr>
        </p:nvSpPr>
        <p:spPr/>
        <p:txBody>
          <a:bodyPr/>
          <a:lstStyle/>
          <a:p>
            <a:fld id="{0F8E8D93-AE5B-42E3-BB2F-BA00CA21434C}" type="slidenum">
              <a:rPr lang="fr-FR" smtClean="0"/>
              <a:t>‹N°›</a:t>
            </a:fld>
            <a:endParaRPr lang="fr-FR"/>
          </a:p>
        </p:txBody>
      </p:sp>
    </p:spTree>
    <p:extLst>
      <p:ext uri="{BB962C8B-B14F-4D97-AF65-F5344CB8AC3E}">
        <p14:creationId xmlns:p14="http://schemas.microsoft.com/office/powerpoint/2010/main" val="2481315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BF9C55-B2E8-59B4-CF18-C0C4629AD6A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5ECAA9-3E39-F259-1560-6A9724B1A30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D8C8E97-5E4D-81AB-A8AB-9BF6A6822E98}"/>
              </a:ext>
            </a:extLst>
          </p:cNvPr>
          <p:cNvSpPr>
            <a:spLocks noGrp="1"/>
          </p:cNvSpPr>
          <p:nvPr>
            <p:ph type="dt" sz="half" idx="10"/>
          </p:nvPr>
        </p:nvSpPr>
        <p:spPr/>
        <p:txBody>
          <a:bodyPr/>
          <a:lstStyle/>
          <a:p>
            <a:fld id="{C71615D2-5DA7-4315-B3D2-7002CB1D2F0E}" type="datetimeFigureOut">
              <a:rPr lang="fr-FR" smtClean="0"/>
              <a:t>09/11/2023</a:t>
            </a:fld>
            <a:endParaRPr lang="fr-FR"/>
          </a:p>
        </p:txBody>
      </p:sp>
      <p:sp>
        <p:nvSpPr>
          <p:cNvPr id="5" name="Espace réservé du pied de page 4">
            <a:extLst>
              <a:ext uri="{FF2B5EF4-FFF2-40B4-BE49-F238E27FC236}">
                <a16:creationId xmlns:a16="http://schemas.microsoft.com/office/drawing/2014/main" id="{DCD69EFE-1AC3-5D8B-D50C-B81FE6329AD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DEE941A-4D3C-1ACA-2B14-52923056919F}"/>
              </a:ext>
            </a:extLst>
          </p:cNvPr>
          <p:cNvSpPr>
            <a:spLocks noGrp="1"/>
          </p:cNvSpPr>
          <p:nvPr>
            <p:ph type="sldNum" sz="quarter" idx="12"/>
          </p:nvPr>
        </p:nvSpPr>
        <p:spPr/>
        <p:txBody>
          <a:bodyPr/>
          <a:lstStyle/>
          <a:p>
            <a:fld id="{0F8E8D93-AE5B-42E3-BB2F-BA00CA21434C}" type="slidenum">
              <a:rPr lang="fr-FR" smtClean="0"/>
              <a:t>‹N°›</a:t>
            </a:fld>
            <a:endParaRPr lang="fr-FR"/>
          </a:p>
        </p:txBody>
      </p:sp>
    </p:spTree>
    <p:extLst>
      <p:ext uri="{BB962C8B-B14F-4D97-AF65-F5344CB8AC3E}">
        <p14:creationId xmlns:p14="http://schemas.microsoft.com/office/powerpoint/2010/main" val="2304411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57DC6B-EEF6-B13E-8722-44FF5A7EC13B}"/>
              </a:ext>
            </a:extLst>
          </p:cNvPr>
          <p:cNvSpPr>
            <a:spLocks noGrp="1"/>
          </p:cNvSpPr>
          <p:nvPr>
            <p:ph type="title"/>
          </p:nvPr>
        </p:nvSpPr>
        <p:spPr>
          <a:xfrm>
            <a:off x="831851" y="1709740"/>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115307E-2F99-1C9B-35B5-D66B690160D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AEDAB21-97FB-6314-1E60-D79D8716D183}"/>
              </a:ext>
            </a:extLst>
          </p:cNvPr>
          <p:cNvSpPr>
            <a:spLocks noGrp="1"/>
          </p:cNvSpPr>
          <p:nvPr>
            <p:ph type="dt" sz="half" idx="10"/>
          </p:nvPr>
        </p:nvSpPr>
        <p:spPr/>
        <p:txBody>
          <a:bodyPr/>
          <a:lstStyle/>
          <a:p>
            <a:fld id="{C71615D2-5DA7-4315-B3D2-7002CB1D2F0E}" type="datetimeFigureOut">
              <a:rPr lang="fr-FR" smtClean="0"/>
              <a:t>09/11/2023</a:t>
            </a:fld>
            <a:endParaRPr lang="fr-FR"/>
          </a:p>
        </p:txBody>
      </p:sp>
      <p:sp>
        <p:nvSpPr>
          <p:cNvPr id="5" name="Espace réservé du pied de page 4">
            <a:extLst>
              <a:ext uri="{FF2B5EF4-FFF2-40B4-BE49-F238E27FC236}">
                <a16:creationId xmlns:a16="http://schemas.microsoft.com/office/drawing/2014/main" id="{092B69F8-EF65-1D8B-67E3-8F537760253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1CA86D8-40A5-791B-DAAC-1322F30D4583}"/>
              </a:ext>
            </a:extLst>
          </p:cNvPr>
          <p:cNvSpPr>
            <a:spLocks noGrp="1"/>
          </p:cNvSpPr>
          <p:nvPr>
            <p:ph type="sldNum" sz="quarter" idx="12"/>
          </p:nvPr>
        </p:nvSpPr>
        <p:spPr/>
        <p:txBody>
          <a:bodyPr/>
          <a:lstStyle/>
          <a:p>
            <a:fld id="{0F8E8D93-AE5B-42E3-BB2F-BA00CA21434C}" type="slidenum">
              <a:rPr lang="fr-FR" smtClean="0"/>
              <a:t>‹N°›</a:t>
            </a:fld>
            <a:endParaRPr lang="fr-FR"/>
          </a:p>
        </p:txBody>
      </p:sp>
    </p:spTree>
    <p:extLst>
      <p:ext uri="{BB962C8B-B14F-4D97-AF65-F5344CB8AC3E}">
        <p14:creationId xmlns:p14="http://schemas.microsoft.com/office/powerpoint/2010/main" val="1520327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AF8B1B-D80F-06AD-0E84-14C3C0E31B4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283F15B-488A-FCE4-F1F3-583BD0F63E3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D587D07-E366-F688-2A5B-150D054A71B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59B8F0B-0090-5C40-FA83-0459556A1B6F}"/>
              </a:ext>
            </a:extLst>
          </p:cNvPr>
          <p:cNvSpPr>
            <a:spLocks noGrp="1"/>
          </p:cNvSpPr>
          <p:nvPr>
            <p:ph type="dt" sz="half" idx="10"/>
          </p:nvPr>
        </p:nvSpPr>
        <p:spPr/>
        <p:txBody>
          <a:bodyPr/>
          <a:lstStyle/>
          <a:p>
            <a:fld id="{C71615D2-5DA7-4315-B3D2-7002CB1D2F0E}" type="datetimeFigureOut">
              <a:rPr lang="fr-FR" smtClean="0"/>
              <a:t>09/11/2023</a:t>
            </a:fld>
            <a:endParaRPr lang="fr-FR"/>
          </a:p>
        </p:txBody>
      </p:sp>
      <p:sp>
        <p:nvSpPr>
          <p:cNvPr id="6" name="Espace réservé du pied de page 5">
            <a:extLst>
              <a:ext uri="{FF2B5EF4-FFF2-40B4-BE49-F238E27FC236}">
                <a16:creationId xmlns:a16="http://schemas.microsoft.com/office/drawing/2014/main" id="{B176471B-C484-CCD8-E116-800708CB215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12823A7-325D-24BD-3392-E6147BEE4A6E}"/>
              </a:ext>
            </a:extLst>
          </p:cNvPr>
          <p:cNvSpPr>
            <a:spLocks noGrp="1"/>
          </p:cNvSpPr>
          <p:nvPr>
            <p:ph type="sldNum" sz="quarter" idx="12"/>
          </p:nvPr>
        </p:nvSpPr>
        <p:spPr/>
        <p:txBody>
          <a:bodyPr/>
          <a:lstStyle/>
          <a:p>
            <a:fld id="{0F8E8D93-AE5B-42E3-BB2F-BA00CA21434C}" type="slidenum">
              <a:rPr lang="fr-FR" smtClean="0"/>
              <a:t>‹N°›</a:t>
            </a:fld>
            <a:endParaRPr lang="fr-FR"/>
          </a:p>
        </p:txBody>
      </p:sp>
    </p:spTree>
    <p:extLst>
      <p:ext uri="{BB962C8B-B14F-4D97-AF65-F5344CB8AC3E}">
        <p14:creationId xmlns:p14="http://schemas.microsoft.com/office/powerpoint/2010/main" val="3985201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007DD7-1C10-F5ED-E59D-8D8E2260E375}"/>
              </a:ext>
            </a:extLst>
          </p:cNvPr>
          <p:cNvSpPr>
            <a:spLocks noGrp="1"/>
          </p:cNvSpPr>
          <p:nvPr>
            <p:ph type="title"/>
          </p:nvPr>
        </p:nvSpPr>
        <p:spPr>
          <a:xfrm>
            <a:off x="839788" y="365127"/>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DAEFF6D-5143-069A-25AE-7350668DD4B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64B9A8E-9925-CBB2-3FFB-F6B6AB5EEBDF}"/>
              </a:ext>
            </a:extLst>
          </p:cNvPr>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5E366D1-8510-8671-ED7B-C4BCD9973378}"/>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6E68862-F895-0D3A-F8E5-38E95277CADC}"/>
              </a:ext>
            </a:extLst>
          </p:cNvPr>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830FBDD-4AFB-F7B1-E3EE-CA5189E9CAC0}"/>
              </a:ext>
            </a:extLst>
          </p:cNvPr>
          <p:cNvSpPr>
            <a:spLocks noGrp="1"/>
          </p:cNvSpPr>
          <p:nvPr>
            <p:ph type="dt" sz="half" idx="10"/>
          </p:nvPr>
        </p:nvSpPr>
        <p:spPr/>
        <p:txBody>
          <a:bodyPr/>
          <a:lstStyle/>
          <a:p>
            <a:fld id="{C71615D2-5DA7-4315-B3D2-7002CB1D2F0E}" type="datetimeFigureOut">
              <a:rPr lang="fr-FR" smtClean="0"/>
              <a:t>09/11/2023</a:t>
            </a:fld>
            <a:endParaRPr lang="fr-FR"/>
          </a:p>
        </p:txBody>
      </p:sp>
      <p:sp>
        <p:nvSpPr>
          <p:cNvPr id="8" name="Espace réservé du pied de page 7">
            <a:extLst>
              <a:ext uri="{FF2B5EF4-FFF2-40B4-BE49-F238E27FC236}">
                <a16:creationId xmlns:a16="http://schemas.microsoft.com/office/drawing/2014/main" id="{4E94D69F-D3D3-5327-FA3B-CADE492F542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5D7242A5-F864-F87B-9235-5359E03C9209}"/>
              </a:ext>
            </a:extLst>
          </p:cNvPr>
          <p:cNvSpPr>
            <a:spLocks noGrp="1"/>
          </p:cNvSpPr>
          <p:nvPr>
            <p:ph type="sldNum" sz="quarter" idx="12"/>
          </p:nvPr>
        </p:nvSpPr>
        <p:spPr/>
        <p:txBody>
          <a:bodyPr/>
          <a:lstStyle/>
          <a:p>
            <a:fld id="{0F8E8D93-AE5B-42E3-BB2F-BA00CA21434C}" type="slidenum">
              <a:rPr lang="fr-FR" smtClean="0"/>
              <a:t>‹N°›</a:t>
            </a:fld>
            <a:endParaRPr lang="fr-FR"/>
          </a:p>
        </p:txBody>
      </p:sp>
    </p:spTree>
    <p:extLst>
      <p:ext uri="{BB962C8B-B14F-4D97-AF65-F5344CB8AC3E}">
        <p14:creationId xmlns:p14="http://schemas.microsoft.com/office/powerpoint/2010/main" val="2607325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3E79D8-1411-1169-3605-B8406B3FC82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A042093C-4434-613C-CAA2-A5EDBD8B5E7B}"/>
              </a:ext>
            </a:extLst>
          </p:cNvPr>
          <p:cNvSpPr>
            <a:spLocks noGrp="1"/>
          </p:cNvSpPr>
          <p:nvPr>
            <p:ph type="dt" sz="half" idx="10"/>
          </p:nvPr>
        </p:nvSpPr>
        <p:spPr/>
        <p:txBody>
          <a:bodyPr/>
          <a:lstStyle/>
          <a:p>
            <a:fld id="{C71615D2-5DA7-4315-B3D2-7002CB1D2F0E}" type="datetimeFigureOut">
              <a:rPr lang="fr-FR" smtClean="0"/>
              <a:t>09/11/2023</a:t>
            </a:fld>
            <a:endParaRPr lang="fr-FR"/>
          </a:p>
        </p:txBody>
      </p:sp>
      <p:sp>
        <p:nvSpPr>
          <p:cNvPr id="4" name="Espace réservé du pied de page 3">
            <a:extLst>
              <a:ext uri="{FF2B5EF4-FFF2-40B4-BE49-F238E27FC236}">
                <a16:creationId xmlns:a16="http://schemas.microsoft.com/office/drawing/2014/main" id="{4BA4CBAE-C95E-C511-6242-AB2DA99199E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5DE5B2AE-F0DC-C9BC-B644-6259E20DC840}"/>
              </a:ext>
            </a:extLst>
          </p:cNvPr>
          <p:cNvSpPr>
            <a:spLocks noGrp="1"/>
          </p:cNvSpPr>
          <p:nvPr>
            <p:ph type="sldNum" sz="quarter" idx="12"/>
          </p:nvPr>
        </p:nvSpPr>
        <p:spPr/>
        <p:txBody>
          <a:bodyPr/>
          <a:lstStyle/>
          <a:p>
            <a:fld id="{0F8E8D93-AE5B-42E3-BB2F-BA00CA21434C}" type="slidenum">
              <a:rPr lang="fr-FR" smtClean="0"/>
              <a:t>‹N°›</a:t>
            </a:fld>
            <a:endParaRPr lang="fr-FR"/>
          </a:p>
        </p:txBody>
      </p:sp>
    </p:spTree>
    <p:extLst>
      <p:ext uri="{BB962C8B-B14F-4D97-AF65-F5344CB8AC3E}">
        <p14:creationId xmlns:p14="http://schemas.microsoft.com/office/powerpoint/2010/main" val="62839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7425EB7-C948-B516-46C8-B96A93D5982A}"/>
              </a:ext>
            </a:extLst>
          </p:cNvPr>
          <p:cNvSpPr>
            <a:spLocks noGrp="1"/>
          </p:cNvSpPr>
          <p:nvPr>
            <p:ph type="dt" sz="half" idx="10"/>
          </p:nvPr>
        </p:nvSpPr>
        <p:spPr/>
        <p:txBody>
          <a:bodyPr/>
          <a:lstStyle/>
          <a:p>
            <a:fld id="{C71615D2-5DA7-4315-B3D2-7002CB1D2F0E}" type="datetimeFigureOut">
              <a:rPr lang="fr-FR" smtClean="0"/>
              <a:t>09/11/2023</a:t>
            </a:fld>
            <a:endParaRPr lang="fr-FR"/>
          </a:p>
        </p:txBody>
      </p:sp>
      <p:sp>
        <p:nvSpPr>
          <p:cNvPr id="3" name="Espace réservé du pied de page 2">
            <a:extLst>
              <a:ext uri="{FF2B5EF4-FFF2-40B4-BE49-F238E27FC236}">
                <a16:creationId xmlns:a16="http://schemas.microsoft.com/office/drawing/2014/main" id="{A80BFCC8-4C35-86E0-6ED0-44265DEC12C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64B4D420-D230-FFCA-8940-74BF4C0616A5}"/>
              </a:ext>
            </a:extLst>
          </p:cNvPr>
          <p:cNvSpPr>
            <a:spLocks noGrp="1"/>
          </p:cNvSpPr>
          <p:nvPr>
            <p:ph type="sldNum" sz="quarter" idx="12"/>
          </p:nvPr>
        </p:nvSpPr>
        <p:spPr/>
        <p:txBody>
          <a:bodyPr/>
          <a:lstStyle/>
          <a:p>
            <a:fld id="{0F8E8D93-AE5B-42E3-BB2F-BA00CA21434C}" type="slidenum">
              <a:rPr lang="fr-FR" smtClean="0"/>
              <a:t>‹N°›</a:t>
            </a:fld>
            <a:endParaRPr lang="fr-FR"/>
          </a:p>
        </p:txBody>
      </p:sp>
    </p:spTree>
    <p:extLst>
      <p:ext uri="{BB962C8B-B14F-4D97-AF65-F5344CB8AC3E}">
        <p14:creationId xmlns:p14="http://schemas.microsoft.com/office/powerpoint/2010/main" val="1816488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76D9F7-D381-74D4-3BE0-06B1DAD6FBF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F15C0AE-EA85-B409-C080-068DD3E60D23}"/>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7B5754A-368D-9DD4-53B9-6A333BE2527F}"/>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59E524D-A678-9F35-753B-C84870E54081}"/>
              </a:ext>
            </a:extLst>
          </p:cNvPr>
          <p:cNvSpPr>
            <a:spLocks noGrp="1"/>
          </p:cNvSpPr>
          <p:nvPr>
            <p:ph type="dt" sz="half" idx="10"/>
          </p:nvPr>
        </p:nvSpPr>
        <p:spPr/>
        <p:txBody>
          <a:bodyPr/>
          <a:lstStyle/>
          <a:p>
            <a:fld id="{C71615D2-5DA7-4315-B3D2-7002CB1D2F0E}" type="datetimeFigureOut">
              <a:rPr lang="fr-FR" smtClean="0"/>
              <a:t>09/11/2023</a:t>
            </a:fld>
            <a:endParaRPr lang="fr-FR"/>
          </a:p>
        </p:txBody>
      </p:sp>
      <p:sp>
        <p:nvSpPr>
          <p:cNvPr id="6" name="Espace réservé du pied de page 5">
            <a:extLst>
              <a:ext uri="{FF2B5EF4-FFF2-40B4-BE49-F238E27FC236}">
                <a16:creationId xmlns:a16="http://schemas.microsoft.com/office/drawing/2014/main" id="{89486585-98E5-AEB7-3869-C07A5582401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ED564DD-ECF7-43BD-E91F-1F0C1C8BBF56}"/>
              </a:ext>
            </a:extLst>
          </p:cNvPr>
          <p:cNvSpPr>
            <a:spLocks noGrp="1"/>
          </p:cNvSpPr>
          <p:nvPr>
            <p:ph type="sldNum" sz="quarter" idx="12"/>
          </p:nvPr>
        </p:nvSpPr>
        <p:spPr/>
        <p:txBody>
          <a:bodyPr/>
          <a:lstStyle/>
          <a:p>
            <a:fld id="{0F8E8D93-AE5B-42E3-BB2F-BA00CA21434C}" type="slidenum">
              <a:rPr lang="fr-FR" smtClean="0"/>
              <a:t>‹N°›</a:t>
            </a:fld>
            <a:endParaRPr lang="fr-FR"/>
          </a:p>
        </p:txBody>
      </p:sp>
    </p:spTree>
    <p:extLst>
      <p:ext uri="{BB962C8B-B14F-4D97-AF65-F5344CB8AC3E}">
        <p14:creationId xmlns:p14="http://schemas.microsoft.com/office/powerpoint/2010/main" val="832819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AE9E74-24FB-5F14-E20F-3A452F6E76B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EF3289E-4F83-10A5-8CED-8179EF2E7B1E}"/>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fr-FR"/>
          </a:p>
        </p:txBody>
      </p:sp>
      <p:sp>
        <p:nvSpPr>
          <p:cNvPr id="4" name="Espace réservé du texte 3">
            <a:extLst>
              <a:ext uri="{FF2B5EF4-FFF2-40B4-BE49-F238E27FC236}">
                <a16:creationId xmlns:a16="http://schemas.microsoft.com/office/drawing/2014/main" id="{67593C9D-6841-B683-0B82-C203F8A4B354}"/>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950FB4E-7F83-B53B-264F-8EC44CD09025}"/>
              </a:ext>
            </a:extLst>
          </p:cNvPr>
          <p:cNvSpPr>
            <a:spLocks noGrp="1"/>
          </p:cNvSpPr>
          <p:nvPr>
            <p:ph type="dt" sz="half" idx="10"/>
          </p:nvPr>
        </p:nvSpPr>
        <p:spPr/>
        <p:txBody>
          <a:bodyPr/>
          <a:lstStyle/>
          <a:p>
            <a:fld id="{C71615D2-5DA7-4315-B3D2-7002CB1D2F0E}" type="datetimeFigureOut">
              <a:rPr lang="fr-FR" smtClean="0"/>
              <a:t>09/11/2023</a:t>
            </a:fld>
            <a:endParaRPr lang="fr-FR"/>
          </a:p>
        </p:txBody>
      </p:sp>
      <p:sp>
        <p:nvSpPr>
          <p:cNvPr id="6" name="Espace réservé du pied de page 5">
            <a:extLst>
              <a:ext uri="{FF2B5EF4-FFF2-40B4-BE49-F238E27FC236}">
                <a16:creationId xmlns:a16="http://schemas.microsoft.com/office/drawing/2014/main" id="{5166667D-A31A-785B-38FE-6BD46554BD7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376F960-21E7-617F-C6CF-DACD1D2C1BA7}"/>
              </a:ext>
            </a:extLst>
          </p:cNvPr>
          <p:cNvSpPr>
            <a:spLocks noGrp="1"/>
          </p:cNvSpPr>
          <p:nvPr>
            <p:ph type="sldNum" sz="quarter" idx="12"/>
          </p:nvPr>
        </p:nvSpPr>
        <p:spPr/>
        <p:txBody>
          <a:bodyPr/>
          <a:lstStyle/>
          <a:p>
            <a:fld id="{0F8E8D93-AE5B-42E3-BB2F-BA00CA21434C}" type="slidenum">
              <a:rPr lang="fr-FR" smtClean="0"/>
              <a:t>‹N°›</a:t>
            </a:fld>
            <a:endParaRPr lang="fr-FR"/>
          </a:p>
        </p:txBody>
      </p:sp>
    </p:spTree>
    <p:extLst>
      <p:ext uri="{BB962C8B-B14F-4D97-AF65-F5344CB8AC3E}">
        <p14:creationId xmlns:p14="http://schemas.microsoft.com/office/powerpoint/2010/main" val="1491259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790B57-6AF3-AF28-2B39-7A6FB73DC10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8F7DE27A-41C3-935B-19CD-8D356606BE16}"/>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D27BDF6-D067-6C8A-58E2-3CAAE7E4FD4E}"/>
              </a:ext>
            </a:extLst>
          </p:cNvPr>
          <p:cNvSpPr>
            <a:spLocks noGrp="1"/>
          </p:cNvSpPr>
          <p:nvPr>
            <p:ph type="dt" sz="half" idx="10"/>
          </p:nvPr>
        </p:nvSpPr>
        <p:spPr/>
        <p:txBody>
          <a:bodyPr/>
          <a:lstStyle/>
          <a:p>
            <a:fld id="{C71615D2-5DA7-4315-B3D2-7002CB1D2F0E}" type="datetimeFigureOut">
              <a:rPr lang="fr-FR" smtClean="0"/>
              <a:t>09/11/2023</a:t>
            </a:fld>
            <a:endParaRPr lang="fr-FR"/>
          </a:p>
        </p:txBody>
      </p:sp>
      <p:sp>
        <p:nvSpPr>
          <p:cNvPr id="5" name="Espace réservé du pied de page 4">
            <a:extLst>
              <a:ext uri="{FF2B5EF4-FFF2-40B4-BE49-F238E27FC236}">
                <a16:creationId xmlns:a16="http://schemas.microsoft.com/office/drawing/2014/main" id="{50134516-9D84-244F-6CB1-5643E5B4477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0ACE92E-3DFE-9BE4-3D78-AE83B5942D30}"/>
              </a:ext>
            </a:extLst>
          </p:cNvPr>
          <p:cNvSpPr>
            <a:spLocks noGrp="1"/>
          </p:cNvSpPr>
          <p:nvPr>
            <p:ph type="sldNum" sz="quarter" idx="12"/>
          </p:nvPr>
        </p:nvSpPr>
        <p:spPr/>
        <p:txBody>
          <a:bodyPr/>
          <a:lstStyle/>
          <a:p>
            <a:fld id="{0F8E8D93-AE5B-42E3-BB2F-BA00CA21434C}" type="slidenum">
              <a:rPr lang="fr-FR" smtClean="0"/>
              <a:t>‹N°›</a:t>
            </a:fld>
            <a:endParaRPr lang="fr-FR"/>
          </a:p>
        </p:txBody>
      </p:sp>
    </p:spTree>
    <p:extLst>
      <p:ext uri="{BB962C8B-B14F-4D97-AF65-F5344CB8AC3E}">
        <p14:creationId xmlns:p14="http://schemas.microsoft.com/office/powerpoint/2010/main" val="1334367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BD13024-73C7-5ADF-6539-4A452BBEFE46}"/>
              </a:ext>
            </a:extLst>
          </p:cNvPr>
          <p:cNvSpPr>
            <a:spLocks noGrp="1"/>
          </p:cNvSpPr>
          <p:nvPr>
            <p:ph type="title" orient="vert"/>
          </p:nvPr>
        </p:nvSpPr>
        <p:spPr>
          <a:xfrm>
            <a:off x="8724901"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E45E100-0043-4763-83AA-72ABA240EC2F}"/>
              </a:ext>
            </a:extLst>
          </p:cNvPr>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91E73F1-E162-BCE7-5A41-9C97CAEC7005}"/>
              </a:ext>
            </a:extLst>
          </p:cNvPr>
          <p:cNvSpPr>
            <a:spLocks noGrp="1"/>
          </p:cNvSpPr>
          <p:nvPr>
            <p:ph type="dt" sz="half" idx="10"/>
          </p:nvPr>
        </p:nvSpPr>
        <p:spPr/>
        <p:txBody>
          <a:bodyPr/>
          <a:lstStyle/>
          <a:p>
            <a:fld id="{C71615D2-5DA7-4315-B3D2-7002CB1D2F0E}" type="datetimeFigureOut">
              <a:rPr lang="fr-FR" smtClean="0"/>
              <a:t>09/11/2023</a:t>
            </a:fld>
            <a:endParaRPr lang="fr-FR"/>
          </a:p>
        </p:txBody>
      </p:sp>
      <p:sp>
        <p:nvSpPr>
          <p:cNvPr id="5" name="Espace réservé du pied de page 4">
            <a:extLst>
              <a:ext uri="{FF2B5EF4-FFF2-40B4-BE49-F238E27FC236}">
                <a16:creationId xmlns:a16="http://schemas.microsoft.com/office/drawing/2014/main" id="{F3FFBBC3-6BFD-4262-DE66-AF3B156E30E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5908C78-1310-8956-FA6B-81AF40000D0A}"/>
              </a:ext>
            </a:extLst>
          </p:cNvPr>
          <p:cNvSpPr>
            <a:spLocks noGrp="1"/>
          </p:cNvSpPr>
          <p:nvPr>
            <p:ph type="sldNum" sz="quarter" idx="12"/>
          </p:nvPr>
        </p:nvSpPr>
        <p:spPr/>
        <p:txBody>
          <a:bodyPr/>
          <a:lstStyle/>
          <a:p>
            <a:fld id="{0F8E8D93-AE5B-42E3-BB2F-BA00CA21434C}" type="slidenum">
              <a:rPr lang="fr-FR" smtClean="0"/>
              <a:t>‹N°›</a:t>
            </a:fld>
            <a:endParaRPr lang="fr-FR"/>
          </a:p>
        </p:txBody>
      </p:sp>
    </p:spTree>
    <p:extLst>
      <p:ext uri="{BB962C8B-B14F-4D97-AF65-F5344CB8AC3E}">
        <p14:creationId xmlns:p14="http://schemas.microsoft.com/office/powerpoint/2010/main" val="3779094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A470284-1255-321A-C7D9-917B9CF594E8}"/>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6BA74AB-088C-5851-551C-0880D15DBC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F19A802-8D5F-C7F7-E305-B265F5962DBD}"/>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1615D2-5DA7-4315-B3D2-7002CB1D2F0E}" type="datetimeFigureOut">
              <a:rPr lang="fr-FR" smtClean="0"/>
              <a:t>09/11/2023</a:t>
            </a:fld>
            <a:endParaRPr lang="fr-FR"/>
          </a:p>
        </p:txBody>
      </p:sp>
      <p:sp>
        <p:nvSpPr>
          <p:cNvPr id="5" name="Espace réservé du pied de page 4">
            <a:extLst>
              <a:ext uri="{FF2B5EF4-FFF2-40B4-BE49-F238E27FC236}">
                <a16:creationId xmlns:a16="http://schemas.microsoft.com/office/drawing/2014/main" id="{9D304489-2E59-9CF3-2328-57883CFFCF20}"/>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9F1A4485-E01A-04A1-1600-B43F797EE8D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8E8D93-AE5B-42E3-BB2F-BA00CA21434C}" type="slidenum">
              <a:rPr lang="fr-FR" smtClean="0"/>
              <a:t>‹N°›</a:t>
            </a:fld>
            <a:endParaRPr lang="fr-FR"/>
          </a:p>
        </p:txBody>
      </p:sp>
    </p:spTree>
    <p:extLst>
      <p:ext uri="{BB962C8B-B14F-4D97-AF65-F5344CB8AC3E}">
        <p14:creationId xmlns:p14="http://schemas.microsoft.com/office/powerpoint/2010/main" val="61090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mailto:eni@eni.mg" TargetMode="Externa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www.arato.mg/" TargetMode="External"/><Relationship Id="rId4" Type="http://schemas.openxmlformats.org/officeDocument/2006/relationships/hyperlink" Target="mailto:contact@arato.mg" TargetMode="External"/></Relationships>
</file>

<file path=ppt/slides/_rels/slide1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jpg"/><Relationship Id="rId7" Type="http://schemas.openxmlformats.org/officeDocument/2006/relationships/diagramColors" Target="../diagrams/colors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1.jpg"/></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5.jpg"/><Relationship Id="rId7"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jpg"/><Relationship Id="rId7"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984697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04AF4199-BB53-5497-7D10-0B28528CD904}"/>
              </a:ext>
            </a:extLst>
          </p:cNvPr>
          <p:cNvSpPr>
            <a:spLocks noGrp="1"/>
          </p:cNvSpPr>
          <p:nvPr>
            <p:ph type="ctrTitle"/>
            <p:custDataLst>
              <p:tags r:id="rId1"/>
            </p:custDataLst>
          </p:nvPr>
        </p:nvSpPr>
        <p:spPr>
          <a:xfrm>
            <a:off x="1714759" y="1780450"/>
            <a:ext cx="9228407" cy="992730"/>
          </a:xfrm>
        </p:spPr>
        <p:txBody>
          <a:bodyPr>
            <a:noAutofit/>
          </a:bodyPr>
          <a:lstStyle/>
          <a:p>
            <a:pPr>
              <a:lnSpc>
                <a:spcPct val="150000"/>
              </a:lnSpc>
            </a:pPr>
            <a:r>
              <a:rPr lang="fr-FR" sz="2400" b="1" dirty="0" smtClean="0">
                <a:solidFill>
                  <a:schemeClr val="accent1">
                    <a:lumMod val="75000"/>
                  </a:schemeClr>
                </a:solidFill>
                <a:latin typeface="Poppins" panose="00000500000000000000" pitchFamily="2" charset="0"/>
                <a:ea typeface="Calibri" panose="020F0502020204030204" pitchFamily="34" charset="0"/>
                <a:cs typeface="Poppins" panose="00000500000000000000" pitchFamily="2" charset="0"/>
              </a:rPr>
              <a:t>MÉMOIRE DE FIN D’ETUDES POUR L’OBTENTION DU DIPLÔME DE MASTER PROFFESSIONNEL</a:t>
            </a:r>
            <a:endParaRPr lang="fr-FR" sz="2400" b="1" dirty="0">
              <a:solidFill>
                <a:schemeClr val="accent1">
                  <a:lumMod val="75000"/>
                </a:schemeClr>
              </a:solidFill>
              <a:latin typeface="Poppins" panose="00000500000000000000" pitchFamily="2" charset="0"/>
              <a:ea typeface="Calibri" panose="020F0502020204030204" pitchFamily="34" charset="0"/>
              <a:cs typeface="Poppins" panose="00000500000000000000" pitchFamily="2" charset="0"/>
            </a:endParaRPr>
          </a:p>
        </p:txBody>
      </p:sp>
      <p:pic>
        <p:nvPicPr>
          <p:cNvPr id="8" name="Image 7">
            <a:extLst>
              <a:ext uri="{FF2B5EF4-FFF2-40B4-BE49-F238E27FC236}">
                <a16:creationId xmlns:a16="http://schemas.microsoft.com/office/drawing/2014/main" id="{2B82072C-0597-F5F0-45F3-E25152D6D22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94282" y="327967"/>
            <a:ext cx="1240955" cy="1290971"/>
          </a:xfrm>
          <a:prstGeom prst="rect">
            <a:avLst/>
          </a:prstGeom>
          <a:noFill/>
          <a:ln>
            <a:noFill/>
          </a:ln>
        </p:spPr>
      </p:pic>
      <p:pic>
        <p:nvPicPr>
          <p:cNvPr id="9" name="Image 8">
            <a:extLst>
              <a:ext uri="{FF2B5EF4-FFF2-40B4-BE49-F238E27FC236}">
                <a16:creationId xmlns:a16="http://schemas.microsoft.com/office/drawing/2014/main" id="{A3CF46BA-0057-CA3C-5E69-141DE23A178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9079205" y="56293"/>
            <a:ext cx="2034907" cy="1492850"/>
          </a:xfrm>
          <a:prstGeom prst="rect">
            <a:avLst/>
          </a:prstGeom>
          <a:noFill/>
          <a:ln>
            <a:noFill/>
          </a:ln>
          <a:effectLst>
            <a:outerShdw blurRad="139700" sx="106000" sy="106000" algn="ctr" rotWithShape="0">
              <a:srgbClr val="000000">
                <a:alpha val="55000"/>
              </a:srgbClr>
            </a:outerShdw>
          </a:effectLst>
        </p:spPr>
      </p:pic>
      <p:sp>
        <p:nvSpPr>
          <p:cNvPr id="10" name="Google Shape;407;p65">
            <a:extLst>
              <a:ext uri="{FF2B5EF4-FFF2-40B4-BE49-F238E27FC236}">
                <a16:creationId xmlns:a16="http://schemas.microsoft.com/office/drawing/2014/main" id="{5037DA8F-7604-035C-809B-F7BF6B65991A}"/>
              </a:ext>
            </a:extLst>
          </p:cNvPr>
          <p:cNvSpPr txBox="1"/>
          <p:nvPr/>
        </p:nvSpPr>
        <p:spPr>
          <a:xfrm>
            <a:off x="1604458" y="2934692"/>
            <a:ext cx="10148341" cy="1307192"/>
          </a:xfrm>
          <a:prstGeom prst="rect">
            <a:avLst/>
          </a:prstGeom>
          <a:noFill/>
          <a:ln>
            <a:noFill/>
          </a:ln>
        </p:spPr>
        <p:txBody>
          <a:bodyPr spcFirstLastPara="1" wrap="square" lIns="91425" tIns="91425" rIns="91425" bIns="91425" anchor="t" anchorCtr="0">
            <a:noAutofit/>
          </a:bodyPr>
          <a:lstStyle/>
          <a:p>
            <a:pPr algn="ctr">
              <a:lnSpc>
                <a:spcPct val="150000"/>
              </a:lnSpc>
            </a:pPr>
            <a:r>
              <a:rPr lang="fr-FR" sz="2800" b="1" dirty="0" smtClean="0">
                <a:latin typeface="Poppins" panose="00000500000000000000" pitchFamily="2" charset="0"/>
                <a:ea typeface="Roboto" panose="02000000000000000000" pitchFamily="2" charset="0"/>
                <a:cs typeface="Poppins" panose="00000500000000000000" pitchFamily="2" charset="0"/>
              </a:rPr>
              <a:t>CONCEPTION ET REALISATION D’UN SYSTÈME DE GESTION POUR </a:t>
            </a:r>
            <a:r>
              <a:rPr lang="fr-FR" sz="2800" b="1" dirty="0">
                <a:latin typeface="Poppins" panose="00000500000000000000" pitchFamily="2" charset="0"/>
                <a:ea typeface="Roboto" panose="02000000000000000000" pitchFamily="2" charset="0"/>
                <a:cs typeface="Poppins" panose="00000500000000000000" pitchFamily="2" charset="0"/>
              </a:rPr>
              <a:t>UN SITE WEB SPECIALISE </a:t>
            </a:r>
            <a:r>
              <a:rPr lang="fr-FR" sz="2800" b="1" dirty="0" smtClean="0">
                <a:latin typeface="Poppins" panose="00000500000000000000" pitchFamily="2" charset="0"/>
                <a:ea typeface="Roboto" panose="02000000000000000000" pitchFamily="2" charset="0"/>
                <a:cs typeface="Poppins" panose="00000500000000000000" pitchFamily="2" charset="0"/>
              </a:rPr>
              <a:t>DANS L’IMMOBILIERE </a:t>
            </a:r>
            <a:endParaRPr lang="fr-FR" sz="2800" b="1" dirty="0">
              <a:latin typeface="Poppins" panose="00000500000000000000" pitchFamily="2" charset="0"/>
              <a:ea typeface="Roboto" panose="02000000000000000000" pitchFamily="2" charset="0"/>
              <a:cs typeface="Poppins" panose="00000500000000000000" pitchFamily="2" charset="0"/>
            </a:endParaRPr>
          </a:p>
        </p:txBody>
      </p:sp>
      <p:pic>
        <p:nvPicPr>
          <p:cNvPr id="11" name="Picture 110">
            <a:extLst>
              <a:ext uri="{FF2B5EF4-FFF2-40B4-BE49-F238E27FC236}">
                <a16:creationId xmlns:a16="http://schemas.microsoft.com/office/drawing/2014/main" id="{A6E2785F-2048-4F42-632A-0FE27B34D4ED}"/>
              </a:ext>
            </a:extLst>
          </p:cNvPr>
          <p:cNvPicPr/>
          <p:nvPr/>
        </p:nvPicPr>
        <p:blipFill>
          <a:blip r:embed="rId7"/>
          <a:stretch>
            <a:fillRect/>
          </a:stretch>
        </p:blipFill>
        <p:spPr>
          <a:xfrm>
            <a:off x="4964413" y="240212"/>
            <a:ext cx="1714216" cy="1378726"/>
          </a:xfrm>
          <a:prstGeom prst="rect">
            <a:avLst/>
          </a:prstGeom>
        </p:spPr>
      </p:pic>
      <p:sp>
        <p:nvSpPr>
          <p:cNvPr id="2" name="ZoneTexte 1"/>
          <p:cNvSpPr txBox="1"/>
          <p:nvPr/>
        </p:nvSpPr>
        <p:spPr>
          <a:xfrm>
            <a:off x="3161837" y="5230324"/>
            <a:ext cx="6760564" cy="1200329"/>
          </a:xfrm>
          <a:prstGeom prst="rect">
            <a:avLst/>
          </a:prstGeom>
          <a:noFill/>
        </p:spPr>
        <p:txBody>
          <a:bodyPr wrap="square" rtlCol="0">
            <a:spAutoFit/>
          </a:bodyPr>
          <a:lstStyle/>
          <a:p>
            <a:pPr>
              <a:lnSpc>
                <a:spcPct val="150000"/>
              </a:lnSpc>
            </a:pPr>
            <a:r>
              <a:rPr lang="fr-FR" b="1" dirty="0">
                <a:latin typeface="Poppins" panose="00000500000000000000" pitchFamily="2" charset="0"/>
                <a:ea typeface="Roboto" panose="02000000000000000000" pitchFamily="2" charset="0"/>
                <a:cs typeface="Poppins" panose="00000500000000000000" pitchFamily="2" charset="0"/>
              </a:rPr>
              <a:t>Présenté le 10 Novembre 2023</a:t>
            </a:r>
          </a:p>
          <a:p>
            <a:pPr>
              <a:lnSpc>
                <a:spcPct val="150000"/>
              </a:lnSpc>
            </a:pPr>
            <a:r>
              <a:rPr lang="fr-FR" b="1" dirty="0">
                <a:latin typeface="Poppins" panose="00000500000000000000" pitchFamily="2" charset="0"/>
                <a:ea typeface="Roboto" panose="02000000000000000000" pitchFamily="2" charset="0"/>
                <a:cs typeface="Poppins" panose="00000500000000000000" pitchFamily="2" charset="0"/>
              </a:rPr>
              <a:t>Par Monsieur RANDRIAHARIMALALA </a:t>
            </a:r>
            <a:r>
              <a:rPr lang="fr-FR" b="1" dirty="0" err="1">
                <a:latin typeface="Poppins" panose="00000500000000000000" pitchFamily="2" charset="0"/>
                <a:ea typeface="Roboto" panose="02000000000000000000" pitchFamily="2" charset="0"/>
                <a:cs typeface="Poppins" panose="00000500000000000000" pitchFamily="2" charset="0"/>
              </a:rPr>
              <a:t>Avotra</a:t>
            </a:r>
            <a:endParaRPr lang="fr-FR" b="1" dirty="0">
              <a:latin typeface="Poppins" panose="00000500000000000000" pitchFamily="2" charset="0"/>
              <a:ea typeface="Roboto" panose="02000000000000000000" pitchFamily="2" charset="0"/>
              <a:cs typeface="Poppins" panose="00000500000000000000" pitchFamily="2" charset="0"/>
            </a:endParaRPr>
          </a:p>
          <a:p>
            <a:endParaRPr lang="en-US" dirty="0"/>
          </a:p>
        </p:txBody>
      </p:sp>
    </p:spTree>
    <p:extLst>
      <p:ext uri="{BB962C8B-B14F-4D97-AF65-F5344CB8AC3E}">
        <p14:creationId xmlns:p14="http://schemas.microsoft.com/office/powerpoint/2010/main" val="4409633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curtains"/>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807C70-032B-6540-EB2A-30E6DCE5F4E6}"/>
              </a:ext>
            </a:extLst>
          </p:cNvPr>
          <p:cNvSpPr>
            <a:spLocks noGrp="1"/>
          </p:cNvSpPr>
          <p:nvPr>
            <p:ph type="title"/>
          </p:nvPr>
        </p:nvSpPr>
        <p:spPr>
          <a:xfrm>
            <a:off x="665594" y="109654"/>
            <a:ext cx="10515600" cy="1325563"/>
          </a:xfrm>
        </p:spPr>
        <p:txBody>
          <a:bodyPr/>
          <a:lstStyle/>
          <a:p>
            <a:pPr algn="ctr"/>
            <a:r>
              <a:rPr lang="fr-FR" b="1" dirty="0" smtClean="0">
                <a:solidFill>
                  <a:schemeClr val="accent1">
                    <a:lumMod val="75000"/>
                  </a:schemeClr>
                </a:solidFill>
                <a:latin typeface="Poppins" panose="00000500000000000000" pitchFamily="2" charset="0"/>
                <a:cs typeface="Poppins" panose="00000500000000000000" pitchFamily="2" charset="0"/>
              </a:rPr>
              <a:t>REMERCIEMENTS</a:t>
            </a:r>
            <a:endParaRPr lang="fr-FR" b="1" dirty="0">
              <a:solidFill>
                <a:schemeClr val="accent1">
                  <a:lumMod val="75000"/>
                </a:schemeClr>
              </a:solidFill>
              <a:latin typeface="Poppins" panose="00000500000000000000" pitchFamily="2" charset="0"/>
              <a:cs typeface="Poppins" panose="00000500000000000000" pitchFamily="2" charset="0"/>
            </a:endParaRPr>
          </a:p>
        </p:txBody>
      </p:sp>
      <p:sp>
        <p:nvSpPr>
          <p:cNvPr id="3" name="ZoneTexte 2"/>
          <p:cNvSpPr txBox="1"/>
          <p:nvPr/>
        </p:nvSpPr>
        <p:spPr>
          <a:xfrm>
            <a:off x="3056637" y="1435217"/>
            <a:ext cx="8943278" cy="6709529"/>
          </a:xfrm>
          <a:prstGeom prst="rect">
            <a:avLst/>
          </a:prstGeom>
          <a:noFill/>
        </p:spPr>
        <p:txBody>
          <a:bodyPr wrap="square" rtlCol="0">
            <a:spAutoFit/>
          </a:bodyPr>
          <a:lstStyle/>
          <a:p>
            <a:pPr marL="534988" indent="-446088">
              <a:lnSpc>
                <a:spcPct val="150000"/>
              </a:lnSpc>
              <a:buFont typeface="Wingdings" panose="05000000000000000000" pitchFamily="2" charset="2"/>
              <a:buChar char="q"/>
            </a:pPr>
            <a:r>
              <a:rPr lang="fr-FR" sz="2600" b="1" dirty="0" smtClean="0">
                <a:solidFill>
                  <a:schemeClr val="accent1">
                    <a:lumMod val="75000"/>
                  </a:schemeClr>
                </a:solidFill>
                <a:latin typeface="Poppins" panose="00000500000000000000"/>
              </a:rPr>
              <a:t>Dieu Tout Puissant</a:t>
            </a:r>
          </a:p>
          <a:p>
            <a:pPr marL="534988" indent="-446088">
              <a:lnSpc>
                <a:spcPct val="150000"/>
              </a:lnSpc>
              <a:buFont typeface="Wingdings" panose="05000000000000000000" pitchFamily="2" charset="2"/>
              <a:buChar char="q"/>
            </a:pPr>
            <a:r>
              <a:rPr lang="fr-FR" sz="2600" b="1" dirty="0" smtClean="0">
                <a:solidFill>
                  <a:schemeClr val="accent1">
                    <a:lumMod val="75000"/>
                  </a:schemeClr>
                </a:solidFill>
                <a:latin typeface="Poppins" panose="00000500000000000000"/>
              </a:rPr>
              <a:t>Mr HAJALALAINA Aimé Richard</a:t>
            </a:r>
          </a:p>
          <a:p>
            <a:pPr marL="534988" indent="-446088">
              <a:lnSpc>
                <a:spcPct val="150000"/>
              </a:lnSpc>
              <a:buFont typeface="Wingdings" panose="05000000000000000000" pitchFamily="2" charset="2"/>
              <a:buChar char="q"/>
            </a:pPr>
            <a:r>
              <a:rPr lang="fr-FR" sz="2600" b="1" dirty="0" smtClean="0">
                <a:solidFill>
                  <a:schemeClr val="accent1">
                    <a:lumMod val="75000"/>
                  </a:schemeClr>
                </a:solidFill>
                <a:latin typeface="Poppins" panose="00000500000000000000"/>
              </a:rPr>
              <a:t>Mr MAHATODY Thomas</a:t>
            </a:r>
          </a:p>
          <a:p>
            <a:pPr marL="534988" indent="-446088">
              <a:lnSpc>
                <a:spcPct val="150000"/>
              </a:lnSpc>
              <a:buFont typeface="Wingdings" panose="05000000000000000000" pitchFamily="2" charset="2"/>
              <a:buChar char="q"/>
            </a:pPr>
            <a:r>
              <a:rPr lang="fr-FR" sz="2600" b="1" dirty="0" smtClean="0">
                <a:solidFill>
                  <a:schemeClr val="accent1">
                    <a:lumMod val="75000"/>
                  </a:schemeClr>
                </a:solidFill>
                <a:latin typeface="Poppins" panose="00000500000000000000"/>
              </a:rPr>
              <a:t>Mme RATOVONDRAHONA Julianna</a:t>
            </a:r>
          </a:p>
          <a:p>
            <a:pPr marL="534988" indent="-446088">
              <a:lnSpc>
                <a:spcPct val="150000"/>
              </a:lnSpc>
              <a:buFont typeface="Wingdings" panose="05000000000000000000" pitchFamily="2" charset="2"/>
              <a:buChar char="q"/>
            </a:pPr>
            <a:r>
              <a:rPr lang="fr-FR" sz="2600" b="1" dirty="0" smtClean="0">
                <a:solidFill>
                  <a:schemeClr val="accent1">
                    <a:lumMod val="75000"/>
                  </a:schemeClr>
                </a:solidFill>
                <a:latin typeface="Poppins" panose="00000500000000000000"/>
              </a:rPr>
              <a:t>Mr RABETAFIKA Louis Haja</a:t>
            </a:r>
          </a:p>
          <a:p>
            <a:pPr marL="534988" indent="-446088">
              <a:lnSpc>
                <a:spcPct val="150000"/>
              </a:lnSpc>
              <a:buFont typeface="Wingdings" panose="05000000000000000000" pitchFamily="2" charset="2"/>
              <a:buChar char="q"/>
            </a:pPr>
            <a:r>
              <a:rPr lang="fr-FR" sz="2600" b="1" dirty="0" smtClean="0">
                <a:solidFill>
                  <a:schemeClr val="accent1">
                    <a:lumMod val="75000"/>
                  </a:schemeClr>
                </a:solidFill>
                <a:latin typeface="Poppins" panose="00000500000000000000"/>
              </a:rPr>
              <a:t>Mr RALAIVAO Jean Christian</a:t>
            </a:r>
          </a:p>
          <a:p>
            <a:pPr marL="534988" indent="-446088">
              <a:lnSpc>
                <a:spcPct val="150000"/>
              </a:lnSpc>
              <a:buFont typeface="Wingdings" panose="05000000000000000000" pitchFamily="2" charset="2"/>
              <a:buChar char="q"/>
            </a:pPr>
            <a:r>
              <a:rPr lang="fr-FR" sz="2600" b="1" dirty="0" smtClean="0">
                <a:solidFill>
                  <a:schemeClr val="accent1">
                    <a:lumMod val="75000"/>
                  </a:schemeClr>
                </a:solidFill>
                <a:latin typeface="Poppins" panose="00000500000000000000"/>
              </a:rPr>
              <a:t>Mr RATIARSON </a:t>
            </a:r>
            <a:r>
              <a:rPr lang="fr-FR" sz="2600" b="1" dirty="0" err="1" smtClean="0">
                <a:solidFill>
                  <a:schemeClr val="accent1">
                    <a:lumMod val="75000"/>
                  </a:schemeClr>
                </a:solidFill>
                <a:latin typeface="Poppins" panose="00000500000000000000"/>
              </a:rPr>
              <a:t>Venot</a:t>
            </a:r>
            <a:endParaRPr lang="fr-FR" sz="2600" b="1" dirty="0" smtClean="0">
              <a:solidFill>
                <a:schemeClr val="accent1">
                  <a:lumMod val="75000"/>
                </a:schemeClr>
              </a:solidFill>
              <a:latin typeface="Poppins" panose="00000500000000000000"/>
            </a:endParaRPr>
          </a:p>
          <a:p>
            <a:pPr marL="534988" indent="-446088">
              <a:lnSpc>
                <a:spcPct val="150000"/>
              </a:lnSpc>
              <a:buFont typeface="Wingdings" panose="05000000000000000000" pitchFamily="2" charset="2"/>
              <a:buChar char="q"/>
            </a:pPr>
            <a:r>
              <a:rPr lang="fr-FR" sz="2600" b="1" dirty="0" smtClean="0">
                <a:solidFill>
                  <a:schemeClr val="accent1">
                    <a:lumMod val="75000"/>
                  </a:schemeClr>
                </a:solidFill>
                <a:latin typeface="Poppins" panose="00000500000000000000"/>
              </a:rPr>
              <a:t>Mr DIMBISOA William Germain</a:t>
            </a:r>
          </a:p>
          <a:p>
            <a:pPr marL="534988" indent="-446088">
              <a:lnSpc>
                <a:spcPct val="150000"/>
              </a:lnSpc>
              <a:buFont typeface="Wingdings" panose="05000000000000000000" pitchFamily="2" charset="2"/>
              <a:buChar char="q"/>
            </a:pPr>
            <a:r>
              <a:rPr lang="fr-FR" sz="2600" b="1" dirty="0" smtClean="0">
                <a:solidFill>
                  <a:schemeClr val="accent1">
                    <a:lumMod val="75000"/>
                  </a:schemeClr>
                </a:solidFill>
                <a:latin typeface="Poppins" panose="00000500000000000000"/>
              </a:rPr>
              <a:t>RATOVONDRAHONA Josué</a:t>
            </a:r>
          </a:p>
          <a:p>
            <a:pPr marL="534988" indent="-446088" algn="r">
              <a:lnSpc>
                <a:spcPct val="150000"/>
              </a:lnSpc>
              <a:buFont typeface="Wingdings" panose="05000000000000000000" pitchFamily="2" charset="2"/>
              <a:buChar char="q"/>
            </a:pPr>
            <a:endParaRPr lang="fr-FR" sz="2600" b="1" dirty="0" smtClean="0">
              <a:solidFill>
                <a:schemeClr val="accent1">
                  <a:lumMod val="75000"/>
                </a:schemeClr>
              </a:solidFill>
              <a:latin typeface="Poppins" panose="00000500000000000000"/>
            </a:endParaRPr>
          </a:p>
          <a:p>
            <a:pPr marL="534988" indent="-446088">
              <a:buFont typeface="Wingdings" panose="05000000000000000000" pitchFamily="2" charset="2"/>
              <a:buChar char="q"/>
            </a:pPr>
            <a:endParaRPr lang="fr-FR" sz="2000" dirty="0" smtClean="0">
              <a:solidFill>
                <a:schemeClr val="accent1">
                  <a:lumMod val="75000"/>
                </a:schemeClr>
              </a:solidFill>
            </a:endParaRPr>
          </a:p>
          <a:p>
            <a:pPr marL="534988" indent="-446088">
              <a:buFont typeface="Wingdings" panose="05000000000000000000" pitchFamily="2" charset="2"/>
              <a:buChar char="q"/>
            </a:pPr>
            <a:endParaRPr lang="en-US" sz="2000" dirty="0">
              <a:solidFill>
                <a:schemeClr val="accent1">
                  <a:lumMod val="75000"/>
                </a:schemeClr>
              </a:solidFill>
            </a:endParaRPr>
          </a:p>
        </p:txBody>
      </p:sp>
    </p:spTree>
    <p:extLst>
      <p:ext uri="{BB962C8B-B14F-4D97-AF65-F5344CB8AC3E}">
        <p14:creationId xmlns:p14="http://schemas.microsoft.com/office/powerpoint/2010/main" val="16384454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807C70-032B-6540-EB2A-30E6DCE5F4E6}"/>
              </a:ext>
            </a:extLst>
          </p:cNvPr>
          <p:cNvSpPr>
            <a:spLocks noGrp="1"/>
          </p:cNvSpPr>
          <p:nvPr>
            <p:ph type="title"/>
          </p:nvPr>
        </p:nvSpPr>
        <p:spPr>
          <a:xfrm>
            <a:off x="838200" y="2766219"/>
            <a:ext cx="10515600" cy="1325563"/>
          </a:xfrm>
        </p:spPr>
        <p:txBody>
          <a:bodyPr/>
          <a:lstStyle/>
          <a:p>
            <a:pPr algn="ctr"/>
            <a:r>
              <a:rPr lang="fr-FR" b="1" dirty="0">
                <a:solidFill>
                  <a:schemeClr val="accent1">
                    <a:lumMod val="75000"/>
                  </a:schemeClr>
                </a:solidFill>
                <a:latin typeface="Poppins" panose="00000500000000000000" pitchFamily="2" charset="0"/>
                <a:cs typeface="Poppins" panose="00000500000000000000" pitchFamily="2" charset="0"/>
              </a:rPr>
              <a:t>INTRODUCTION</a:t>
            </a:r>
          </a:p>
        </p:txBody>
      </p:sp>
    </p:spTree>
    <p:extLst>
      <p:ext uri="{BB962C8B-B14F-4D97-AF65-F5344CB8AC3E}">
        <p14:creationId xmlns:p14="http://schemas.microsoft.com/office/powerpoint/2010/main" val="690793639"/>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6" name="Sous-titre 2">
            <a:extLst>
              <a:ext uri="{FF2B5EF4-FFF2-40B4-BE49-F238E27FC236}">
                <a16:creationId xmlns:a16="http://schemas.microsoft.com/office/drawing/2014/main" id="{3B8390E5-ADA4-D39C-08BF-C3C464898C56}"/>
              </a:ext>
            </a:extLst>
          </p:cNvPr>
          <p:cNvSpPr txBox="1"/>
          <p:nvPr/>
        </p:nvSpPr>
        <p:spPr>
          <a:xfrm>
            <a:off x="503145" y="2796354"/>
            <a:ext cx="10351007" cy="1524000"/>
          </a:xfrm>
          <a:prstGeom prst="rect">
            <a:avLst/>
          </a:prstGeom>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ctr">
              <a:lnSpc>
                <a:spcPct val="150000"/>
              </a:lnSpc>
            </a:pPr>
            <a:r>
              <a:rPr lang="fr-FR" sz="6000" b="1" dirty="0" smtClean="0">
                <a:solidFill>
                  <a:schemeClr val="accent1">
                    <a:lumMod val="75000"/>
                  </a:schemeClr>
                </a:solidFill>
                <a:latin typeface="Poppins" panose="00000500000000000000" pitchFamily="2" charset="0"/>
                <a:ea typeface="Calibri" panose="020F0502020204030204" pitchFamily="34" charset="0"/>
                <a:cs typeface="Poppins" panose="00000500000000000000" pitchFamily="2" charset="0"/>
              </a:rPr>
              <a:t>PLAN</a:t>
            </a:r>
            <a:r>
              <a:rPr lang="fr-FR" sz="4000" b="1" dirty="0" smtClean="0">
                <a:solidFill>
                  <a:schemeClr val="accent1">
                    <a:lumMod val="75000"/>
                  </a:schemeClr>
                </a:solidFill>
                <a:latin typeface="Poppins" panose="00000500000000000000" pitchFamily="2" charset="0"/>
                <a:ea typeface="Calibri" panose="020F0502020204030204" pitchFamily="34" charset="0"/>
                <a:cs typeface="Poppins" panose="00000500000000000000" pitchFamily="2" charset="0"/>
              </a:rPr>
              <a:t> </a:t>
            </a:r>
            <a:endParaRPr lang="fr-FR" sz="4000" b="1" dirty="0">
              <a:solidFill>
                <a:schemeClr val="accent1">
                  <a:lumMod val="75000"/>
                </a:schemeClr>
              </a:solidFill>
              <a:latin typeface="Poppins" panose="00000500000000000000" pitchFamily="2" charset="0"/>
              <a:ea typeface="Calibri" panose="020F0502020204030204" pitchFamily="34" charset="0"/>
              <a:cs typeface="Poppins" panose="00000500000000000000" pitchFamily="2" charset="0"/>
            </a:endParaRPr>
          </a:p>
        </p:txBody>
      </p:sp>
    </p:spTree>
    <p:extLst>
      <p:ext uri="{BB962C8B-B14F-4D97-AF65-F5344CB8AC3E}">
        <p14:creationId xmlns:p14="http://schemas.microsoft.com/office/powerpoint/2010/main" val="13638964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6" name="Sous-titre 2">
            <a:extLst>
              <a:ext uri="{FF2B5EF4-FFF2-40B4-BE49-F238E27FC236}">
                <a16:creationId xmlns:a16="http://schemas.microsoft.com/office/drawing/2014/main" id="{3B8390E5-ADA4-D39C-08BF-C3C464898C56}"/>
              </a:ext>
            </a:extLst>
          </p:cNvPr>
          <p:cNvSpPr txBox="1"/>
          <p:nvPr/>
        </p:nvSpPr>
        <p:spPr>
          <a:xfrm>
            <a:off x="708007" y="76385"/>
            <a:ext cx="10351007" cy="1524000"/>
          </a:xfrm>
          <a:prstGeom prst="rect">
            <a:avLst/>
          </a:prstGeom>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ctr">
              <a:lnSpc>
                <a:spcPct val="150000"/>
              </a:lnSpc>
            </a:pPr>
            <a:r>
              <a:rPr lang="fr-FR" sz="4400" b="1" dirty="0" smtClean="0">
                <a:solidFill>
                  <a:schemeClr val="accent1">
                    <a:lumMod val="75000"/>
                  </a:schemeClr>
                </a:solidFill>
                <a:latin typeface="Poppins" panose="00000500000000000000" pitchFamily="2" charset="0"/>
                <a:ea typeface="Calibri" panose="020F0502020204030204" pitchFamily="34" charset="0"/>
                <a:cs typeface="Poppins" panose="00000500000000000000" pitchFamily="2" charset="0"/>
              </a:rPr>
              <a:t>PLAN</a:t>
            </a:r>
            <a:r>
              <a:rPr lang="fr-FR" sz="4000" b="1" dirty="0" smtClean="0">
                <a:solidFill>
                  <a:schemeClr val="accent1">
                    <a:lumMod val="75000"/>
                  </a:schemeClr>
                </a:solidFill>
                <a:latin typeface="Poppins" panose="00000500000000000000" pitchFamily="2" charset="0"/>
                <a:ea typeface="Calibri" panose="020F0502020204030204" pitchFamily="34" charset="0"/>
                <a:cs typeface="Poppins" panose="00000500000000000000" pitchFamily="2" charset="0"/>
              </a:rPr>
              <a:t> </a:t>
            </a:r>
            <a:endParaRPr lang="fr-FR" sz="4000" b="1" dirty="0">
              <a:solidFill>
                <a:schemeClr val="accent1">
                  <a:lumMod val="75000"/>
                </a:schemeClr>
              </a:solidFill>
              <a:latin typeface="Poppins" panose="00000500000000000000" pitchFamily="2" charset="0"/>
              <a:ea typeface="Calibri" panose="020F0502020204030204" pitchFamily="34" charset="0"/>
              <a:cs typeface="Poppins" panose="00000500000000000000" pitchFamily="2" charset="0"/>
            </a:endParaRPr>
          </a:p>
        </p:txBody>
      </p:sp>
      <p:cxnSp>
        <p:nvCxnSpPr>
          <p:cNvPr id="3" name="Connecteur droit 2"/>
          <p:cNvCxnSpPr/>
          <p:nvPr/>
        </p:nvCxnSpPr>
        <p:spPr>
          <a:xfrm flipV="1">
            <a:off x="3924300" y="1054100"/>
            <a:ext cx="3731816" cy="12700"/>
          </a:xfrm>
          <a:prstGeom prst="line">
            <a:avLst/>
          </a:prstGeom>
          <a:ln w="571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Groupe 1"/>
          <p:cNvGrpSpPr/>
          <p:nvPr/>
        </p:nvGrpSpPr>
        <p:grpSpPr>
          <a:xfrm>
            <a:off x="482929" y="2481162"/>
            <a:ext cx="4602027" cy="1242988"/>
            <a:chOff x="482929" y="2481162"/>
            <a:chExt cx="4602027" cy="1242988"/>
          </a:xfrm>
        </p:grpSpPr>
        <p:sp>
          <p:nvSpPr>
            <p:cNvPr id="5" name="Rectangle 4"/>
            <p:cNvSpPr/>
            <p:nvPr/>
          </p:nvSpPr>
          <p:spPr>
            <a:xfrm>
              <a:off x="520653" y="2564047"/>
              <a:ext cx="3165902" cy="1077218"/>
            </a:xfrm>
            <a:prstGeom prst="rect">
              <a:avLst/>
            </a:prstGeom>
          </p:spPr>
          <p:txBody>
            <a:bodyPr wrap="square">
              <a:spAutoFit/>
            </a:bodyPr>
            <a:lstStyle/>
            <a:p>
              <a:r>
                <a:rPr lang="fr-FR" sz="3200" b="1" dirty="0">
                  <a:solidFill>
                    <a:schemeClr val="accent1">
                      <a:lumMod val="75000"/>
                    </a:schemeClr>
                  </a:solidFill>
                  <a:latin typeface="Poppins" panose="00000500000000000000"/>
                </a:rPr>
                <a:t>Présentation Général</a:t>
              </a:r>
              <a:endParaRPr lang="en-US" sz="3200" b="1" dirty="0">
                <a:solidFill>
                  <a:schemeClr val="accent1">
                    <a:lumMod val="75000"/>
                  </a:schemeClr>
                </a:solidFill>
                <a:latin typeface="Poppins" panose="00000500000000000000"/>
              </a:endParaRPr>
            </a:p>
          </p:txBody>
        </p:sp>
        <p:sp>
          <p:nvSpPr>
            <p:cNvPr id="21" name="Rectangle 20"/>
            <p:cNvSpPr/>
            <p:nvPr/>
          </p:nvSpPr>
          <p:spPr>
            <a:xfrm>
              <a:off x="482929" y="2481162"/>
              <a:ext cx="4602027" cy="124298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Google Shape;10869;p74"/>
            <p:cNvSpPr/>
            <p:nvPr/>
          </p:nvSpPr>
          <p:spPr>
            <a:xfrm>
              <a:off x="4035810" y="2667378"/>
              <a:ext cx="919524" cy="814419"/>
            </a:xfrm>
            <a:custGeom>
              <a:avLst/>
              <a:gdLst/>
              <a:ahLst/>
              <a:cxnLst/>
              <a:rect l="l" t="t" r="r" b="b"/>
              <a:pathLst>
                <a:path w="11910" h="10957" extrusionOk="0">
                  <a:moveTo>
                    <a:pt x="7325" y="654"/>
                  </a:moveTo>
                  <a:cubicBezTo>
                    <a:pt x="7412" y="654"/>
                    <a:pt x="7498" y="686"/>
                    <a:pt x="7561" y="749"/>
                  </a:cubicBezTo>
                  <a:lnTo>
                    <a:pt x="10995" y="4088"/>
                  </a:lnTo>
                  <a:cubicBezTo>
                    <a:pt x="11122" y="4246"/>
                    <a:pt x="11122" y="4466"/>
                    <a:pt x="10995" y="4592"/>
                  </a:cubicBezTo>
                  <a:lnTo>
                    <a:pt x="10082" y="5506"/>
                  </a:lnTo>
                  <a:lnTo>
                    <a:pt x="7404" y="2859"/>
                  </a:lnTo>
                  <a:cubicBezTo>
                    <a:pt x="7215" y="2670"/>
                    <a:pt x="6955" y="2576"/>
                    <a:pt x="6691" y="2576"/>
                  </a:cubicBezTo>
                  <a:cubicBezTo>
                    <a:pt x="6427" y="2576"/>
                    <a:pt x="6159" y="2670"/>
                    <a:pt x="5955" y="2859"/>
                  </a:cubicBezTo>
                  <a:lnTo>
                    <a:pt x="4978" y="3805"/>
                  </a:lnTo>
                  <a:cubicBezTo>
                    <a:pt x="4915" y="3868"/>
                    <a:pt x="4828" y="3899"/>
                    <a:pt x="4742" y="3899"/>
                  </a:cubicBezTo>
                  <a:cubicBezTo>
                    <a:pt x="4655" y="3899"/>
                    <a:pt x="4568" y="3868"/>
                    <a:pt x="4505" y="3805"/>
                  </a:cubicBezTo>
                  <a:cubicBezTo>
                    <a:pt x="4379" y="3679"/>
                    <a:pt x="4379" y="3458"/>
                    <a:pt x="4505" y="3332"/>
                  </a:cubicBezTo>
                  <a:lnTo>
                    <a:pt x="5955" y="1883"/>
                  </a:lnTo>
                  <a:lnTo>
                    <a:pt x="7089" y="749"/>
                  </a:lnTo>
                  <a:cubicBezTo>
                    <a:pt x="7152" y="686"/>
                    <a:pt x="7239" y="654"/>
                    <a:pt x="7325" y="654"/>
                  </a:cubicBezTo>
                  <a:close/>
                  <a:moveTo>
                    <a:pt x="2808" y="5183"/>
                  </a:moveTo>
                  <a:cubicBezTo>
                    <a:pt x="2899" y="5183"/>
                    <a:pt x="2993" y="5207"/>
                    <a:pt x="3056" y="5254"/>
                  </a:cubicBezTo>
                  <a:cubicBezTo>
                    <a:pt x="3151" y="5380"/>
                    <a:pt x="3151" y="5632"/>
                    <a:pt x="3056" y="5726"/>
                  </a:cubicBezTo>
                  <a:lnTo>
                    <a:pt x="2048" y="6735"/>
                  </a:lnTo>
                  <a:cubicBezTo>
                    <a:pt x="2001" y="6782"/>
                    <a:pt x="1914" y="6805"/>
                    <a:pt x="1824" y="6805"/>
                  </a:cubicBezTo>
                  <a:cubicBezTo>
                    <a:pt x="1733" y="6805"/>
                    <a:pt x="1639" y="6782"/>
                    <a:pt x="1576" y="6735"/>
                  </a:cubicBezTo>
                  <a:cubicBezTo>
                    <a:pt x="1449" y="6609"/>
                    <a:pt x="1449" y="6357"/>
                    <a:pt x="1576" y="6262"/>
                  </a:cubicBezTo>
                  <a:lnTo>
                    <a:pt x="2584" y="5254"/>
                  </a:lnTo>
                  <a:cubicBezTo>
                    <a:pt x="2631" y="5207"/>
                    <a:pt x="2718" y="5183"/>
                    <a:pt x="2808" y="5183"/>
                  </a:cubicBezTo>
                  <a:close/>
                  <a:moveTo>
                    <a:pt x="3785" y="6167"/>
                  </a:moveTo>
                  <a:cubicBezTo>
                    <a:pt x="3875" y="6167"/>
                    <a:pt x="3970" y="6199"/>
                    <a:pt x="4033" y="6262"/>
                  </a:cubicBezTo>
                  <a:cubicBezTo>
                    <a:pt x="4159" y="6357"/>
                    <a:pt x="4159" y="6609"/>
                    <a:pt x="4033" y="6735"/>
                  </a:cubicBezTo>
                  <a:lnTo>
                    <a:pt x="3056" y="7711"/>
                  </a:lnTo>
                  <a:cubicBezTo>
                    <a:pt x="2993" y="7774"/>
                    <a:pt x="2899" y="7806"/>
                    <a:pt x="2808" y="7806"/>
                  </a:cubicBezTo>
                  <a:cubicBezTo>
                    <a:pt x="2718" y="7806"/>
                    <a:pt x="2631" y="7774"/>
                    <a:pt x="2584" y="7711"/>
                  </a:cubicBezTo>
                  <a:cubicBezTo>
                    <a:pt x="2395" y="7554"/>
                    <a:pt x="2395" y="7365"/>
                    <a:pt x="2584" y="7239"/>
                  </a:cubicBezTo>
                  <a:lnTo>
                    <a:pt x="3560" y="6262"/>
                  </a:lnTo>
                  <a:cubicBezTo>
                    <a:pt x="3608" y="6199"/>
                    <a:pt x="3694" y="6167"/>
                    <a:pt x="3785" y="6167"/>
                  </a:cubicBezTo>
                  <a:close/>
                  <a:moveTo>
                    <a:pt x="4730" y="7113"/>
                  </a:moveTo>
                  <a:cubicBezTo>
                    <a:pt x="4821" y="7113"/>
                    <a:pt x="4915" y="7144"/>
                    <a:pt x="4978" y="7207"/>
                  </a:cubicBezTo>
                  <a:cubicBezTo>
                    <a:pt x="5073" y="7302"/>
                    <a:pt x="5073" y="7554"/>
                    <a:pt x="4978" y="7680"/>
                  </a:cubicBezTo>
                  <a:lnTo>
                    <a:pt x="4001" y="8656"/>
                  </a:lnTo>
                  <a:cubicBezTo>
                    <a:pt x="3938" y="8719"/>
                    <a:pt x="3844" y="8751"/>
                    <a:pt x="3749" y="8751"/>
                  </a:cubicBezTo>
                  <a:cubicBezTo>
                    <a:pt x="3655" y="8751"/>
                    <a:pt x="3560" y="8719"/>
                    <a:pt x="3497" y="8656"/>
                  </a:cubicBezTo>
                  <a:cubicBezTo>
                    <a:pt x="3403" y="8530"/>
                    <a:pt x="3403" y="8310"/>
                    <a:pt x="3497" y="8184"/>
                  </a:cubicBezTo>
                  <a:lnTo>
                    <a:pt x="4505" y="7207"/>
                  </a:lnTo>
                  <a:cubicBezTo>
                    <a:pt x="4553" y="7144"/>
                    <a:pt x="4639" y="7113"/>
                    <a:pt x="4730" y="7113"/>
                  </a:cubicBezTo>
                  <a:close/>
                  <a:moveTo>
                    <a:pt x="4100" y="969"/>
                  </a:moveTo>
                  <a:cubicBezTo>
                    <a:pt x="4190" y="969"/>
                    <a:pt x="4285" y="1001"/>
                    <a:pt x="4348" y="1064"/>
                  </a:cubicBezTo>
                  <a:lnTo>
                    <a:pt x="5041" y="1725"/>
                  </a:lnTo>
                  <a:lnTo>
                    <a:pt x="3938" y="2828"/>
                  </a:lnTo>
                  <a:cubicBezTo>
                    <a:pt x="3560" y="3206"/>
                    <a:pt x="3560" y="3899"/>
                    <a:pt x="3938" y="4277"/>
                  </a:cubicBezTo>
                  <a:cubicBezTo>
                    <a:pt x="4143" y="4482"/>
                    <a:pt x="4411" y="4584"/>
                    <a:pt x="4675" y="4584"/>
                  </a:cubicBezTo>
                  <a:cubicBezTo>
                    <a:pt x="4939" y="4584"/>
                    <a:pt x="5199" y="4482"/>
                    <a:pt x="5388" y="4277"/>
                  </a:cubicBezTo>
                  <a:lnTo>
                    <a:pt x="6396" y="3332"/>
                  </a:lnTo>
                  <a:cubicBezTo>
                    <a:pt x="6443" y="3269"/>
                    <a:pt x="6530" y="3238"/>
                    <a:pt x="6620" y="3238"/>
                  </a:cubicBezTo>
                  <a:cubicBezTo>
                    <a:pt x="6711" y="3238"/>
                    <a:pt x="6805" y="3269"/>
                    <a:pt x="6868" y="3332"/>
                  </a:cubicBezTo>
                  <a:lnTo>
                    <a:pt x="10334" y="6735"/>
                  </a:lnTo>
                  <a:cubicBezTo>
                    <a:pt x="10491" y="6829"/>
                    <a:pt x="10491" y="7113"/>
                    <a:pt x="10365" y="7239"/>
                  </a:cubicBezTo>
                  <a:cubicBezTo>
                    <a:pt x="10302" y="7302"/>
                    <a:pt x="10216" y="7333"/>
                    <a:pt x="10129" y="7333"/>
                  </a:cubicBezTo>
                  <a:cubicBezTo>
                    <a:pt x="10042" y="7333"/>
                    <a:pt x="9956" y="7302"/>
                    <a:pt x="9893" y="7239"/>
                  </a:cubicBezTo>
                  <a:lnTo>
                    <a:pt x="8444" y="5789"/>
                  </a:lnTo>
                  <a:cubicBezTo>
                    <a:pt x="8381" y="5726"/>
                    <a:pt x="8286" y="5695"/>
                    <a:pt x="8195" y="5695"/>
                  </a:cubicBezTo>
                  <a:cubicBezTo>
                    <a:pt x="8105" y="5695"/>
                    <a:pt x="8018" y="5726"/>
                    <a:pt x="7971" y="5789"/>
                  </a:cubicBezTo>
                  <a:cubicBezTo>
                    <a:pt x="7845" y="5884"/>
                    <a:pt x="7845" y="6136"/>
                    <a:pt x="7971" y="6262"/>
                  </a:cubicBezTo>
                  <a:lnTo>
                    <a:pt x="9420" y="7711"/>
                  </a:lnTo>
                  <a:cubicBezTo>
                    <a:pt x="9546" y="7837"/>
                    <a:pt x="9546" y="8058"/>
                    <a:pt x="9420" y="8184"/>
                  </a:cubicBezTo>
                  <a:cubicBezTo>
                    <a:pt x="9357" y="8247"/>
                    <a:pt x="9271" y="8278"/>
                    <a:pt x="9184" y="8278"/>
                  </a:cubicBezTo>
                  <a:cubicBezTo>
                    <a:pt x="9097" y="8278"/>
                    <a:pt x="9011" y="8247"/>
                    <a:pt x="8948" y="8184"/>
                  </a:cubicBezTo>
                  <a:lnTo>
                    <a:pt x="7498" y="6735"/>
                  </a:lnTo>
                  <a:cubicBezTo>
                    <a:pt x="7435" y="6672"/>
                    <a:pt x="7341" y="6640"/>
                    <a:pt x="7250" y="6640"/>
                  </a:cubicBezTo>
                  <a:cubicBezTo>
                    <a:pt x="7160" y="6640"/>
                    <a:pt x="7073" y="6672"/>
                    <a:pt x="7026" y="6735"/>
                  </a:cubicBezTo>
                  <a:cubicBezTo>
                    <a:pt x="6900" y="6829"/>
                    <a:pt x="6900" y="7081"/>
                    <a:pt x="7026" y="7176"/>
                  </a:cubicBezTo>
                  <a:lnTo>
                    <a:pt x="8475" y="8656"/>
                  </a:lnTo>
                  <a:cubicBezTo>
                    <a:pt x="8601" y="8751"/>
                    <a:pt x="8601" y="9003"/>
                    <a:pt x="8475" y="9129"/>
                  </a:cubicBezTo>
                  <a:cubicBezTo>
                    <a:pt x="8412" y="9176"/>
                    <a:pt x="8325" y="9200"/>
                    <a:pt x="8239" y="9200"/>
                  </a:cubicBezTo>
                  <a:cubicBezTo>
                    <a:pt x="8152" y="9200"/>
                    <a:pt x="8066" y="9176"/>
                    <a:pt x="8003" y="9129"/>
                  </a:cubicBezTo>
                  <a:lnTo>
                    <a:pt x="6459" y="7648"/>
                  </a:lnTo>
                  <a:cubicBezTo>
                    <a:pt x="6270" y="7459"/>
                    <a:pt x="6018" y="7396"/>
                    <a:pt x="5797" y="7396"/>
                  </a:cubicBezTo>
                  <a:cubicBezTo>
                    <a:pt x="5797" y="7144"/>
                    <a:pt x="5671" y="6924"/>
                    <a:pt x="5482" y="6735"/>
                  </a:cubicBezTo>
                  <a:cubicBezTo>
                    <a:pt x="5293" y="6514"/>
                    <a:pt x="5041" y="6451"/>
                    <a:pt x="4821" y="6388"/>
                  </a:cubicBezTo>
                  <a:cubicBezTo>
                    <a:pt x="4821" y="6167"/>
                    <a:pt x="4694" y="5947"/>
                    <a:pt x="4505" y="5726"/>
                  </a:cubicBezTo>
                  <a:cubicBezTo>
                    <a:pt x="4285" y="5537"/>
                    <a:pt x="4064" y="5474"/>
                    <a:pt x="3812" y="5411"/>
                  </a:cubicBezTo>
                  <a:cubicBezTo>
                    <a:pt x="3812" y="5191"/>
                    <a:pt x="3718" y="4939"/>
                    <a:pt x="3497" y="4750"/>
                  </a:cubicBezTo>
                  <a:cubicBezTo>
                    <a:pt x="3308" y="4561"/>
                    <a:pt x="3048" y="4466"/>
                    <a:pt x="2785" y="4466"/>
                  </a:cubicBezTo>
                  <a:cubicBezTo>
                    <a:pt x="2521" y="4466"/>
                    <a:pt x="2253" y="4561"/>
                    <a:pt x="2048" y="4750"/>
                  </a:cubicBezTo>
                  <a:lnTo>
                    <a:pt x="1544" y="5254"/>
                  </a:lnTo>
                  <a:lnTo>
                    <a:pt x="819" y="4561"/>
                  </a:lnTo>
                  <a:cubicBezTo>
                    <a:pt x="725" y="4435"/>
                    <a:pt x="725" y="4183"/>
                    <a:pt x="819" y="4088"/>
                  </a:cubicBezTo>
                  <a:lnTo>
                    <a:pt x="3875" y="1064"/>
                  </a:lnTo>
                  <a:cubicBezTo>
                    <a:pt x="3923" y="1001"/>
                    <a:pt x="4009" y="969"/>
                    <a:pt x="4100" y="969"/>
                  </a:cubicBezTo>
                  <a:close/>
                  <a:moveTo>
                    <a:pt x="5718" y="8089"/>
                  </a:moveTo>
                  <a:cubicBezTo>
                    <a:pt x="5805" y="8089"/>
                    <a:pt x="5892" y="8121"/>
                    <a:pt x="5955" y="8184"/>
                  </a:cubicBezTo>
                  <a:cubicBezTo>
                    <a:pt x="6081" y="8310"/>
                    <a:pt x="6081" y="8530"/>
                    <a:pt x="5955" y="8656"/>
                  </a:cubicBezTo>
                  <a:lnTo>
                    <a:pt x="4978" y="9633"/>
                  </a:lnTo>
                  <a:cubicBezTo>
                    <a:pt x="4915" y="9696"/>
                    <a:pt x="4821" y="9728"/>
                    <a:pt x="4730" y="9728"/>
                  </a:cubicBezTo>
                  <a:cubicBezTo>
                    <a:pt x="4639" y="9728"/>
                    <a:pt x="4553" y="9696"/>
                    <a:pt x="4505" y="9633"/>
                  </a:cubicBezTo>
                  <a:cubicBezTo>
                    <a:pt x="4379" y="9507"/>
                    <a:pt x="4379" y="9286"/>
                    <a:pt x="4505" y="9160"/>
                  </a:cubicBezTo>
                  <a:lnTo>
                    <a:pt x="5482" y="8184"/>
                  </a:lnTo>
                  <a:cubicBezTo>
                    <a:pt x="5545" y="8121"/>
                    <a:pt x="5632" y="8089"/>
                    <a:pt x="5718" y="8089"/>
                  </a:cubicBezTo>
                  <a:close/>
                  <a:moveTo>
                    <a:pt x="6616" y="8877"/>
                  </a:moveTo>
                  <a:lnTo>
                    <a:pt x="7467" y="9665"/>
                  </a:lnTo>
                  <a:cubicBezTo>
                    <a:pt x="7593" y="9759"/>
                    <a:pt x="7593" y="9980"/>
                    <a:pt x="7435" y="10106"/>
                  </a:cubicBezTo>
                  <a:cubicBezTo>
                    <a:pt x="7388" y="10169"/>
                    <a:pt x="7286" y="10200"/>
                    <a:pt x="7179" y="10200"/>
                  </a:cubicBezTo>
                  <a:cubicBezTo>
                    <a:pt x="7073" y="10200"/>
                    <a:pt x="6963" y="10169"/>
                    <a:pt x="6900" y="10106"/>
                  </a:cubicBezTo>
                  <a:lnTo>
                    <a:pt x="6207" y="9412"/>
                  </a:lnTo>
                  <a:lnTo>
                    <a:pt x="6427" y="9160"/>
                  </a:lnTo>
                  <a:cubicBezTo>
                    <a:pt x="6522" y="9097"/>
                    <a:pt x="6585" y="8971"/>
                    <a:pt x="6616" y="8877"/>
                  </a:cubicBezTo>
                  <a:close/>
                  <a:moveTo>
                    <a:pt x="7309" y="0"/>
                  </a:moveTo>
                  <a:cubicBezTo>
                    <a:pt x="7042" y="0"/>
                    <a:pt x="6774" y="103"/>
                    <a:pt x="6585" y="308"/>
                  </a:cubicBezTo>
                  <a:lnTo>
                    <a:pt x="5608" y="1284"/>
                  </a:lnTo>
                  <a:lnTo>
                    <a:pt x="4852" y="560"/>
                  </a:lnTo>
                  <a:cubicBezTo>
                    <a:pt x="4656" y="394"/>
                    <a:pt x="4409" y="307"/>
                    <a:pt x="4163" y="307"/>
                  </a:cubicBezTo>
                  <a:cubicBezTo>
                    <a:pt x="3897" y="307"/>
                    <a:pt x="3631" y="409"/>
                    <a:pt x="3434" y="623"/>
                  </a:cubicBezTo>
                  <a:lnTo>
                    <a:pt x="410" y="3647"/>
                  </a:lnTo>
                  <a:cubicBezTo>
                    <a:pt x="0" y="4025"/>
                    <a:pt x="0" y="4718"/>
                    <a:pt x="410" y="5096"/>
                  </a:cubicBezTo>
                  <a:lnTo>
                    <a:pt x="1103" y="5821"/>
                  </a:lnTo>
                  <a:cubicBezTo>
                    <a:pt x="725" y="6199"/>
                    <a:pt x="725" y="6829"/>
                    <a:pt x="1103" y="7239"/>
                  </a:cubicBezTo>
                  <a:cubicBezTo>
                    <a:pt x="1292" y="7428"/>
                    <a:pt x="1544" y="7491"/>
                    <a:pt x="1765" y="7554"/>
                  </a:cubicBezTo>
                  <a:cubicBezTo>
                    <a:pt x="1765" y="7774"/>
                    <a:pt x="1891" y="8026"/>
                    <a:pt x="2080" y="8215"/>
                  </a:cubicBezTo>
                  <a:cubicBezTo>
                    <a:pt x="2300" y="8404"/>
                    <a:pt x="2521" y="8499"/>
                    <a:pt x="2773" y="8530"/>
                  </a:cubicBezTo>
                  <a:cubicBezTo>
                    <a:pt x="2773" y="8751"/>
                    <a:pt x="2867" y="9003"/>
                    <a:pt x="3088" y="9192"/>
                  </a:cubicBezTo>
                  <a:cubicBezTo>
                    <a:pt x="3277" y="9381"/>
                    <a:pt x="3497" y="9475"/>
                    <a:pt x="3749" y="9507"/>
                  </a:cubicBezTo>
                  <a:cubicBezTo>
                    <a:pt x="3749" y="9759"/>
                    <a:pt x="3875" y="9980"/>
                    <a:pt x="4064" y="10169"/>
                  </a:cubicBezTo>
                  <a:cubicBezTo>
                    <a:pt x="4253" y="10373"/>
                    <a:pt x="4521" y="10476"/>
                    <a:pt x="4789" y="10476"/>
                  </a:cubicBezTo>
                  <a:cubicBezTo>
                    <a:pt x="5057" y="10476"/>
                    <a:pt x="5325" y="10373"/>
                    <a:pt x="5514" y="10169"/>
                  </a:cubicBezTo>
                  <a:lnTo>
                    <a:pt x="5766" y="9948"/>
                  </a:lnTo>
                  <a:lnTo>
                    <a:pt x="6459" y="10673"/>
                  </a:lnTo>
                  <a:cubicBezTo>
                    <a:pt x="6664" y="10862"/>
                    <a:pt x="6939" y="10956"/>
                    <a:pt x="7219" y="10956"/>
                  </a:cubicBezTo>
                  <a:cubicBezTo>
                    <a:pt x="7498" y="10956"/>
                    <a:pt x="7782" y="10862"/>
                    <a:pt x="8003" y="10673"/>
                  </a:cubicBezTo>
                  <a:cubicBezTo>
                    <a:pt x="8192" y="10452"/>
                    <a:pt x="8286" y="10232"/>
                    <a:pt x="8318" y="9980"/>
                  </a:cubicBezTo>
                  <a:cubicBezTo>
                    <a:pt x="8538" y="9980"/>
                    <a:pt x="8790" y="9885"/>
                    <a:pt x="8979" y="9665"/>
                  </a:cubicBezTo>
                  <a:cubicBezTo>
                    <a:pt x="9168" y="9475"/>
                    <a:pt x="9263" y="9255"/>
                    <a:pt x="9294" y="9003"/>
                  </a:cubicBezTo>
                  <a:cubicBezTo>
                    <a:pt x="9546" y="9003"/>
                    <a:pt x="9767" y="8877"/>
                    <a:pt x="9956" y="8688"/>
                  </a:cubicBezTo>
                  <a:cubicBezTo>
                    <a:pt x="10176" y="8499"/>
                    <a:pt x="10239" y="8247"/>
                    <a:pt x="10271" y="8026"/>
                  </a:cubicBezTo>
                  <a:cubicBezTo>
                    <a:pt x="10523" y="8026"/>
                    <a:pt x="10743" y="7900"/>
                    <a:pt x="10964" y="7711"/>
                  </a:cubicBezTo>
                  <a:cubicBezTo>
                    <a:pt x="11342" y="7302"/>
                    <a:pt x="11342" y="6640"/>
                    <a:pt x="10964" y="6262"/>
                  </a:cubicBezTo>
                  <a:lnTo>
                    <a:pt x="10680" y="5978"/>
                  </a:lnTo>
                  <a:lnTo>
                    <a:pt x="11594" y="5065"/>
                  </a:lnTo>
                  <a:cubicBezTo>
                    <a:pt x="11909" y="4687"/>
                    <a:pt x="11909" y="4057"/>
                    <a:pt x="11468" y="3647"/>
                  </a:cubicBezTo>
                  <a:lnTo>
                    <a:pt x="8034" y="308"/>
                  </a:lnTo>
                  <a:cubicBezTo>
                    <a:pt x="7845" y="103"/>
                    <a:pt x="7577" y="0"/>
                    <a:pt x="73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roupe 10"/>
          <p:cNvGrpSpPr/>
          <p:nvPr/>
        </p:nvGrpSpPr>
        <p:grpSpPr>
          <a:xfrm>
            <a:off x="482929" y="4365720"/>
            <a:ext cx="4716214" cy="1254495"/>
            <a:chOff x="482929" y="4365720"/>
            <a:chExt cx="4716214" cy="1254495"/>
          </a:xfrm>
        </p:grpSpPr>
        <p:sp>
          <p:nvSpPr>
            <p:cNvPr id="9" name="Rectangle 8"/>
            <p:cNvSpPr/>
            <p:nvPr/>
          </p:nvSpPr>
          <p:spPr>
            <a:xfrm>
              <a:off x="561052" y="4542997"/>
              <a:ext cx="3612995" cy="1077218"/>
            </a:xfrm>
            <a:prstGeom prst="rect">
              <a:avLst/>
            </a:prstGeom>
          </p:spPr>
          <p:txBody>
            <a:bodyPr wrap="square">
              <a:spAutoFit/>
            </a:bodyPr>
            <a:lstStyle/>
            <a:p>
              <a:r>
                <a:rPr lang="fr-FR" sz="3200" b="1" dirty="0" smtClean="0">
                  <a:latin typeface="Poppins" panose="00000500000000000000"/>
                </a:rPr>
                <a:t>Ré</a:t>
              </a:r>
              <a:r>
                <a:rPr lang="fr-FR" sz="3200" b="1" dirty="0" smtClean="0">
                  <a:solidFill>
                    <a:schemeClr val="bg2">
                      <a:lumMod val="10000"/>
                    </a:schemeClr>
                  </a:solidFill>
                  <a:latin typeface="Poppins" panose="00000500000000000000"/>
                </a:rPr>
                <a:t>ali</a:t>
              </a:r>
              <a:r>
                <a:rPr lang="fr-FR" sz="3200" b="1" dirty="0" smtClean="0">
                  <a:solidFill>
                    <a:schemeClr val="accent1">
                      <a:lumMod val="75000"/>
                    </a:schemeClr>
                  </a:solidFill>
                  <a:latin typeface="Poppins" panose="00000500000000000000"/>
                </a:rPr>
                <a:t>sation et </a:t>
              </a:r>
              <a:r>
                <a:rPr lang="fr-FR" sz="3200" b="1" dirty="0" smtClean="0">
                  <a:latin typeface="Poppins" panose="00000500000000000000"/>
                </a:rPr>
                <a:t>Dém</a:t>
              </a:r>
              <a:r>
                <a:rPr lang="fr-FR" sz="3200" b="1" dirty="0" smtClean="0">
                  <a:solidFill>
                    <a:schemeClr val="bg2">
                      <a:lumMod val="10000"/>
                    </a:schemeClr>
                  </a:solidFill>
                  <a:latin typeface="Poppins" panose="00000500000000000000"/>
                </a:rPr>
                <a:t>ons</a:t>
              </a:r>
              <a:r>
                <a:rPr lang="fr-FR" sz="3200" b="1" dirty="0" smtClean="0">
                  <a:solidFill>
                    <a:schemeClr val="accent1">
                      <a:lumMod val="75000"/>
                    </a:schemeClr>
                  </a:solidFill>
                  <a:latin typeface="Poppins" panose="00000500000000000000"/>
                </a:rPr>
                <a:t>tration</a:t>
              </a:r>
              <a:endParaRPr lang="en-US" sz="3200" b="1" dirty="0">
                <a:solidFill>
                  <a:schemeClr val="accent1">
                    <a:lumMod val="75000"/>
                  </a:schemeClr>
                </a:solidFill>
                <a:latin typeface="Poppins" panose="00000500000000000000"/>
              </a:endParaRPr>
            </a:p>
          </p:txBody>
        </p:sp>
        <p:sp>
          <p:nvSpPr>
            <p:cNvPr id="22" name="Rectangle 21"/>
            <p:cNvSpPr/>
            <p:nvPr/>
          </p:nvSpPr>
          <p:spPr>
            <a:xfrm>
              <a:off x="482929" y="4365720"/>
              <a:ext cx="4716214" cy="124298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Google Shape;9800;p71"/>
            <p:cNvSpPr/>
            <p:nvPr/>
          </p:nvSpPr>
          <p:spPr>
            <a:xfrm>
              <a:off x="4204985" y="4500280"/>
              <a:ext cx="919524" cy="970161"/>
            </a:xfrm>
            <a:custGeom>
              <a:avLst/>
              <a:gdLst/>
              <a:ahLst/>
              <a:cxnLst/>
              <a:rect l="l" t="t" r="r" b="b"/>
              <a:pathLst>
                <a:path w="11689" h="11758" extrusionOk="0">
                  <a:moveTo>
                    <a:pt x="8538" y="2747"/>
                  </a:moveTo>
                  <a:cubicBezTo>
                    <a:pt x="8727" y="2747"/>
                    <a:pt x="8853" y="2905"/>
                    <a:pt x="8853" y="3094"/>
                  </a:cubicBezTo>
                  <a:cubicBezTo>
                    <a:pt x="8885" y="3251"/>
                    <a:pt x="8727" y="3409"/>
                    <a:pt x="8538" y="3409"/>
                  </a:cubicBezTo>
                  <a:cubicBezTo>
                    <a:pt x="8444" y="3409"/>
                    <a:pt x="8381" y="3377"/>
                    <a:pt x="8286" y="3346"/>
                  </a:cubicBezTo>
                  <a:lnTo>
                    <a:pt x="8538" y="2747"/>
                  </a:lnTo>
                  <a:close/>
                  <a:moveTo>
                    <a:pt x="3277" y="1581"/>
                  </a:moveTo>
                  <a:cubicBezTo>
                    <a:pt x="3844" y="1581"/>
                    <a:pt x="4316" y="2023"/>
                    <a:pt x="4316" y="2590"/>
                  </a:cubicBezTo>
                  <a:cubicBezTo>
                    <a:pt x="4316" y="3157"/>
                    <a:pt x="3844" y="3598"/>
                    <a:pt x="3277" y="3598"/>
                  </a:cubicBezTo>
                  <a:cubicBezTo>
                    <a:pt x="2741" y="3598"/>
                    <a:pt x="2269" y="3157"/>
                    <a:pt x="2269" y="2590"/>
                  </a:cubicBezTo>
                  <a:cubicBezTo>
                    <a:pt x="2269" y="1991"/>
                    <a:pt x="2741" y="1581"/>
                    <a:pt x="3277" y="1581"/>
                  </a:cubicBezTo>
                  <a:close/>
                  <a:moveTo>
                    <a:pt x="9231" y="5457"/>
                  </a:moveTo>
                  <a:cubicBezTo>
                    <a:pt x="9672" y="5457"/>
                    <a:pt x="10050" y="5740"/>
                    <a:pt x="10208" y="6150"/>
                  </a:cubicBezTo>
                  <a:lnTo>
                    <a:pt x="8286" y="6150"/>
                  </a:lnTo>
                  <a:cubicBezTo>
                    <a:pt x="8412" y="5772"/>
                    <a:pt x="8759" y="5457"/>
                    <a:pt x="9231" y="5457"/>
                  </a:cubicBezTo>
                  <a:close/>
                  <a:moveTo>
                    <a:pt x="10932" y="6843"/>
                  </a:moveTo>
                  <a:lnTo>
                    <a:pt x="10932" y="7504"/>
                  </a:lnTo>
                  <a:lnTo>
                    <a:pt x="5262" y="7504"/>
                  </a:lnTo>
                  <a:lnTo>
                    <a:pt x="5262" y="6843"/>
                  </a:lnTo>
                  <a:close/>
                  <a:moveTo>
                    <a:pt x="3403" y="4291"/>
                  </a:moveTo>
                  <a:cubicBezTo>
                    <a:pt x="4064" y="4322"/>
                    <a:pt x="4631" y="4921"/>
                    <a:pt x="4631" y="5583"/>
                  </a:cubicBezTo>
                  <a:lnTo>
                    <a:pt x="4631" y="7725"/>
                  </a:lnTo>
                  <a:cubicBezTo>
                    <a:pt x="4348" y="7567"/>
                    <a:pt x="4033" y="7441"/>
                    <a:pt x="3686" y="7441"/>
                  </a:cubicBezTo>
                  <a:lnTo>
                    <a:pt x="3340" y="7441"/>
                  </a:lnTo>
                  <a:lnTo>
                    <a:pt x="3340" y="6402"/>
                  </a:lnTo>
                  <a:cubicBezTo>
                    <a:pt x="3340" y="6213"/>
                    <a:pt x="3182" y="6055"/>
                    <a:pt x="2962" y="6055"/>
                  </a:cubicBezTo>
                  <a:cubicBezTo>
                    <a:pt x="2773" y="6055"/>
                    <a:pt x="2615" y="6213"/>
                    <a:pt x="2615" y="6402"/>
                  </a:cubicBezTo>
                  <a:lnTo>
                    <a:pt x="2615" y="7788"/>
                  </a:lnTo>
                  <a:cubicBezTo>
                    <a:pt x="2615" y="7977"/>
                    <a:pt x="2773" y="8134"/>
                    <a:pt x="2962" y="8134"/>
                  </a:cubicBezTo>
                  <a:lnTo>
                    <a:pt x="3655" y="8134"/>
                  </a:lnTo>
                  <a:cubicBezTo>
                    <a:pt x="4064" y="8134"/>
                    <a:pt x="4474" y="8418"/>
                    <a:pt x="4600" y="8828"/>
                  </a:cubicBezTo>
                  <a:lnTo>
                    <a:pt x="1985" y="8828"/>
                  </a:lnTo>
                  <a:lnTo>
                    <a:pt x="1985" y="5583"/>
                  </a:lnTo>
                  <a:lnTo>
                    <a:pt x="2080" y="5583"/>
                  </a:lnTo>
                  <a:cubicBezTo>
                    <a:pt x="2080" y="5236"/>
                    <a:pt x="2237" y="4858"/>
                    <a:pt x="2458" y="4637"/>
                  </a:cubicBezTo>
                  <a:cubicBezTo>
                    <a:pt x="2741" y="4385"/>
                    <a:pt x="3056" y="4291"/>
                    <a:pt x="3403" y="4291"/>
                  </a:cubicBezTo>
                  <a:close/>
                  <a:moveTo>
                    <a:pt x="1040" y="4795"/>
                  </a:moveTo>
                  <a:cubicBezTo>
                    <a:pt x="1229" y="4795"/>
                    <a:pt x="1418" y="4952"/>
                    <a:pt x="1418" y="5141"/>
                  </a:cubicBezTo>
                  <a:lnTo>
                    <a:pt x="1418" y="9174"/>
                  </a:lnTo>
                  <a:lnTo>
                    <a:pt x="1418" y="9300"/>
                  </a:lnTo>
                  <a:cubicBezTo>
                    <a:pt x="1449" y="9458"/>
                    <a:pt x="1575" y="9521"/>
                    <a:pt x="1733" y="9521"/>
                  </a:cubicBezTo>
                  <a:lnTo>
                    <a:pt x="5860" y="9521"/>
                  </a:lnTo>
                  <a:cubicBezTo>
                    <a:pt x="6049" y="9521"/>
                    <a:pt x="6175" y="9678"/>
                    <a:pt x="6175" y="9836"/>
                  </a:cubicBezTo>
                  <a:lnTo>
                    <a:pt x="6175" y="10938"/>
                  </a:lnTo>
                  <a:lnTo>
                    <a:pt x="693" y="10938"/>
                  </a:lnTo>
                  <a:lnTo>
                    <a:pt x="693" y="5141"/>
                  </a:lnTo>
                  <a:cubicBezTo>
                    <a:pt x="693" y="4952"/>
                    <a:pt x="851" y="4795"/>
                    <a:pt x="1040" y="4795"/>
                  </a:cubicBezTo>
                  <a:close/>
                  <a:moveTo>
                    <a:pt x="7656" y="8197"/>
                  </a:moveTo>
                  <a:cubicBezTo>
                    <a:pt x="7971" y="8260"/>
                    <a:pt x="8254" y="8576"/>
                    <a:pt x="8254" y="8922"/>
                  </a:cubicBezTo>
                  <a:lnTo>
                    <a:pt x="8254" y="10938"/>
                  </a:lnTo>
                  <a:lnTo>
                    <a:pt x="6868" y="10938"/>
                  </a:lnTo>
                  <a:lnTo>
                    <a:pt x="6868" y="9836"/>
                  </a:lnTo>
                  <a:cubicBezTo>
                    <a:pt x="6868" y="9269"/>
                    <a:pt x="6396" y="8796"/>
                    <a:pt x="5860" y="8796"/>
                  </a:cubicBezTo>
                  <a:lnTo>
                    <a:pt x="5388" y="8796"/>
                  </a:lnTo>
                  <a:cubicBezTo>
                    <a:pt x="5356" y="8576"/>
                    <a:pt x="5230" y="8386"/>
                    <a:pt x="5104" y="8197"/>
                  </a:cubicBezTo>
                  <a:close/>
                  <a:moveTo>
                    <a:pt x="9185" y="1"/>
                  </a:moveTo>
                  <a:cubicBezTo>
                    <a:pt x="9049" y="1"/>
                    <a:pt x="8908" y="88"/>
                    <a:pt x="8885" y="227"/>
                  </a:cubicBezTo>
                  <a:lnTo>
                    <a:pt x="6837" y="5078"/>
                  </a:lnTo>
                  <a:cubicBezTo>
                    <a:pt x="6774" y="5236"/>
                    <a:pt x="6837" y="5457"/>
                    <a:pt x="7026" y="5520"/>
                  </a:cubicBezTo>
                  <a:cubicBezTo>
                    <a:pt x="7089" y="5520"/>
                    <a:pt x="7120" y="5551"/>
                    <a:pt x="7152" y="5551"/>
                  </a:cubicBezTo>
                  <a:cubicBezTo>
                    <a:pt x="7278" y="5551"/>
                    <a:pt x="7435" y="5457"/>
                    <a:pt x="7467" y="5362"/>
                  </a:cubicBezTo>
                  <a:lnTo>
                    <a:pt x="8034" y="4039"/>
                  </a:lnTo>
                  <a:cubicBezTo>
                    <a:pt x="8191" y="4133"/>
                    <a:pt x="8349" y="4165"/>
                    <a:pt x="8538" y="4165"/>
                  </a:cubicBezTo>
                  <a:cubicBezTo>
                    <a:pt x="8664" y="4165"/>
                    <a:pt x="8759" y="4133"/>
                    <a:pt x="8885" y="4133"/>
                  </a:cubicBezTo>
                  <a:lnTo>
                    <a:pt x="8885" y="4921"/>
                  </a:lnTo>
                  <a:cubicBezTo>
                    <a:pt x="8223" y="5047"/>
                    <a:pt x="7719" y="5583"/>
                    <a:pt x="7561" y="6244"/>
                  </a:cubicBezTo>
                  <a:lnTo>
                    <a:pt x="5293" y="6244"/>
                  </a:lnTo>
                  <a:lnTo>
                    <a:pt x="5293" y="5709"/>
                  </a:lnTo>
                  <a:cubicBezTo>
                    <a:pt x="5293" y="4984"/>
                    <a:pt x="4915" y="4354"/>
                    <a:pt x="4348" y="4007"/>
                  </a:cubicBezTo>
                  <a:cubicBezTo>
                    <a:pt x="4757" y="3692"/>
                    <a:pt x="4978" y="3220"/>
                    <a:pt x="4978" y="2653"/>
                  </a:cubicBezTo>
                  <a:cubicBezTo>
                    <a:pt x="4978" y="1707"/>
                    <a:pt x="4253" y="983"/>
                    <a:pt x="3308" y="983"/>
                  </a:cubicBezTo>
                  <a:cubicBezTo>
                    <a:pt x="2363" y="983"/>
                    <a:pt x="1607" y="1707"/>
                    <a:pt x="1607" y="2653"/>
                  </a:cubicBezTo>
                  <a:cubicBezTo>
                    <a:pt x="1607" y="3220"/>
                    <a:pt x="1890" y="3724"/>
                    <a:pt x="2269" y="4039"/>
                  </a:cubicBezTo>
                  <a:cubicBezTo>
                    <a:pt x="2143" y="4133"/>
                    <a:pt x="2080" y="4196"/>
                    <a:pt x="1985" y="4291"/>
                  </a:cubicBezTo>
                  <a:cubicBezTo>
                    <a:pt x="1922" y="4354"/>
                    <a:pt x="1827" y="4448"/>
                    <a:pt x="1764" y="4543"/>
                  </a:cubicBezTo>
                  <a:cubicBezTo>
                    <a:pt x="1575" y="4354"/>
                    <a:pt x="1323" y="4228"/>
                    <a:pt x="1008" y="4228"/>
                  </a:cubicBezTo>
                  <a:cubicBezTo>
                    <a:pt x="473" y="4228"/>
                    <a:pt x="0" y="4700"/>
                    <a:pt x="0" y="5268"/>
                  </a:cubicBezTo>
                  <a:lnTo>
                    <a:pt x="0" y="11411"/>
                  </a:lnTo>
                  <a:cubicBezTo>
                    <a:pt x="0" y="11600"/>
                    <a:pt x="158" y="11758"/>
                    <a:pt x="347" y="11758"/>
                  </a:cubicBezTo>
                  <a:lnTo>
                    <a:pt x="8570" y="11758"/>
                  </a:lnTo>
                  <a:cubicBezTo>
                    <a:pt x="8759" y="11758"/>
                    <a:pt x="8916" y="11600"/>
                    <a:pt x="8916" y="11411"/>
                  </a:cubicBezTo>
                  <a:lnTo>
                    <a:pt x="8916" y="9048"/>
                  </a:lnTo>
                  <a:cubicBezTo>
                    <a:pt x="8916" y="8765"/>
                    <a:pt x="8853" y="8544"/>
                    <a:pt x="8727" y="8292"/>
                  </a:cubicBezTo>
                  <a:lnTo>
                    <a:pt x="11342" y="8292"/>
                  </a:lnTo>
                  <a:cubicBezTo>
                    <a:pt x="11531" y="8292"/>
                    <a:pt x="11689" y="8134"/>
                    <a:pt x="11689" y="7945"/>
                  </a:cubicBezTo>
                  <a:lnTo>
                    <a:pt x="11689" y="6559"/>
                  </a:lnTo>
                  <a:cubicBezTo>
                    <a:pt x="11689" y="6339"/>
                    <a:pt x="11531" y="6181"/>
                    <a:pt x="11310" y="6181"/>
                  </a:cubicBezTo>
                  <a:lnTo>
                    <a:pt x="10901" y="6181"/>
                  </a:lnTo>
                  <a:cubicBezTo>
                    <a:pt x="10775" y="5520"/>
                    <a:pt x="10239" y="4984"/>
                    <a:pt x="9546" y="4826"/>
                  </a:cubicBezTo>
                  <a:lnTo>
                    <a:pt x="9546" y="3094"/>
                  </a:lnTo>
                  <a:cubicBezTo>
                    <a:pt x="9546" y="2621"/>
                    <a:pt x="9231" y="2243"/>
                    <a:pt x="8790" y="2117"/>
                  </a:cubicBezTo>
                  <a:lnTo>
                    <a:pt x="9515" y="447"/>
                  </a:lnTo>
                  <a:cubicBezTo>
                    <a:pt x="9578" y="290"/>
                    <a:pt x="9515" y="69"/>
                    <a:pt x="9326" y="38"/>
                  </a:cubicBezTo>
                  <a:cubicBezTo>
                    <a:pt x="9283" y="12"/>
                    <a:pt x="9234" y="1"/>
                    <a:pt x="91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10000"/>
                  </a:schemeClr>
                </a:solidFill>
              </a:endParaRPr>
            </a:p>
          </p:txBody>
        </p:sp>
      </p:grpSp>
      <p:grpSp>
        <p:nvGrpSpPr>
          <p:cNvPr id="4" name="Groupe 3"/>
          <p:cNvGrpSpPr/>
          <p:nvPr/>
        </p:nvGrpSpPr>
        <p:grpSpPr>
          <a:xfrm>
            <a:off x="7428800" y="2507544"/>
            <a:ext cx="4430232" cy="1242988"/>
            <a:chOff x="7428800" y="2507544"/>
            <a:chExt cx="4430232" cy="1242988"/>
          </a:xfrm>
        </p:grpSpPr>
        <p:sp>
          <p:nvSpPr>
            <p:cNvPr id="7" name="Rectangle 6"/>
            <p:cNvSpPr/>
            <p:nvPr/>
          </p:nvSpPr>
          <p:spPr>
            <a:xfrm>
              <a:off x="8600788" y="2535979"/>
              <a:ext cx="2884968" cy="1077218"/>
            </a:xfrm>
            <a:prstGeom prst="rect">
              <a:avLst/>
            </a:prstGeom>
          </p:spPr>
          <p:txBody>
            <a:bodyPr wrap="square">
              <a:spAutoFit/>
            </a:bodyPr>
            <a:lstStyle/>
            <a:p>
              <a:r>
                <a:rPr lang="fr-FR" sz="3200" b="1" dirty="0" smtClean="0">
                  <a:solidFill>
                    <a:schemeClr val="accent1">
                      <a:lumMod val="75000"/>
                    </a:schemeClr>
                  </a:solidFill>
                  <a:latin typeface="Poppins" panose="00000500000000000000"/>
                </a:rPr>
                <a:t>Analyse et Conception</a:t>
              </a:r>
              <a:endParaRPr lang="en-US" sz="3200" b="1" dirty="0">
                <a:solidFill>
                  <a:schemeClr val="accent1">
                    <a:lumMod val="75000"/>
                  </a:schemeClr>
                </a:solidFill>
                <a:latin typeface="Poppins" panose="00000500000000000000"/>
              </a:endParaRPr>
            </a:p>
          </p:txBody>
        </p:sp>
        <p:sp>
          <p:nvSpPr>
            <p:cNvPr id="20" name="Rectangle 19"/>
            <p:cNvSpPr/>
            <p:nvPr/>
          </p:nvSpPr>
          <p:spPr>
            <a:xfrm>
              <a:off x="7428800" y="2507544"/>
              <a:ext cx="4430232" cy="124298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Google Shape;9634;p70"/>
            <p:cNvSpPr/>
            <p:nvPr/>
          </p:nvSpPr>
          <p:spPr>
            <a:xfrm>
              <a:off x="7603713" y="2614495"/>
              <a:ext cx="817986" cy="951021"/>
            </a:xfrm>
            <a:custGeom>
              <a:avLst/>
              <a:gdLst/>
              <a:ahLst/>
              <a:cxnLst/>
              <a:rect l="l" t="t" r="r" b="b"/>
              <a:pathLst>
                <a:path w="11909" h="11847" extrusionOk="0">
                  <a:moveTo>
                    <a:pt x="3560" y="2647"/>
                  </a:moveTo>
                  <a:lnTo>
                    <a:pt x="3560" y="3561"/>
                  </a:lnTo>
                  <a:lnTo>
                    <a:pt x="2615" y="3561"/>
                  </a:lnTo>
                  <a:lnTo>
                    <a:pt x="3560" y="2647"/>
                  </a:lnTo>
                  <a:close/>
                  <a:moveTo>
                    <a:pt x="6616" y="4222"/>
                  </a:moveTo>
                  <a:cubicBezTo>
                    <a:pt x="7971" y="4285"/>
                    <a:pt x="9074" y="5325"/>
                    <a:pt x="9074" y="6680"/>
                  </a:cubicBezTo>
                  <a:cubicBezTo>
                    <a:pt x="9074" y="8003"/>
                    <a:pt x="7971" y="9106"/>
                    <a:pt x="6616" y="9106"/>
                  </a:cubicBezTo>
                  <a:cubicBezTo>
                    <a:pt x="5293" y="9106"/>
                    <a:pt x="4190" y="8003"/>
                    <a:pt x="4190" y="6680"/>
                  </a:cubicBezTo>
                  <a:cubicBezTo>
                    <a:pt x="4190" y="5325"/>
                    <a:pt x="5293" y="4222"/>
                    <a:pt x="6616" y="4222"/>
                  </a:cubicBezTo>
                  <a:close/>
                  <a:moveTo>
                    <a:pt x="7687" y="757"/>
                  </a:moveTo>
                  <a:lnTo>
                    <a:pt x="7687" y="1513"/>
                  </a:lnTo>
                  <a:lnTo>
                    <a:pt x="3875" y="1513"/>
                  </a:lnTo>
                  <a:cubicBezTo>
                    <a:pt x="3781" y="1513"/>
                    <a:pt x="3655" y="1544"/>
                    <a:pt x="3623" y="1639"/>
                  </a:cubicBezTo>
                  <a:lnTo>
                    <a:pt x="1512" y="3718"/>
                  </a:lnTo>
                  <a:cubicBezTo>
                    <a:pt x="1418" y="3813"/>
                    <a:pt x="1386" y="3876"/>
                    <a:pt x="1386" y="3939"/>
                  </a:cubicBezTo>
                  <a:lnTo>
                    <a:pt x="1386" y="9862"/>
                  </a:lnTo>
                  <a:lnTo>
                    <a:pt x="662" y="9862"/>
                  </a:lnTo>
                  <a:lnTo>
                    <a:pt x="662" y="757"/>
                  </a:lnTo>
                  <a:close/>
                  <a:moveTo>
                    <a:pt x="8380" y="2175"/>
                  </a:moveTo>
                  <a:lnTo>
                    <a:pt x="8380" y="4128"/>
                  </a:lnTo>
                  <a:cubicBezTo>
                    <a:pt x="7876" y="3813"/>
                    <a:pt x="7278" y="3592"/>
                    <a:pt x="6648" y="3592"/>
                  </a:cubicBezTo>
                  <a:cubicBezTo>
                    <a:pt x="4915" y="3592"/>
                    <a:pt x="3560" y="5010"/>
                    <a:pt x="3560" y="6711"/>
                  </a:cubicBezTo>
                  <a:cubicBezTo>
                    <a:pt x="3560" y="8444"/>
                    <a:pt x="4946" y="9830"/>
                    <a:pt x="6648" y="9830"/>
                  </a:cubicBezTo>
                  <a:cubicBezTo>
                    <a:pt x="7120" y="9830"/>
                    <a:pt x="7593" y="9704"/>
                    <a:pt x="8002" y="9515"/>
                  </a:cubicBezTo>
                  <a:lnTo>
                    <a:pt x="8380" y="9893"/>
                  </a:lnTo>
                  <a:lnTo>
                    <a:pt x="8380" y="10492"/>
                  </a:lnTo>
                  <a:lnTo>
                    <a:pt x="2079" y="10492"/>
                  </a:lnTo>
                  <a:lnTo>
                    <a:pt x="2079" y="4285"/>
                  </a:lnTo>
                  <a:lnTo>
                    <a:pt x="3875" y="4285"/>
                  </a:lnTo>
                  <a:cubicBezTo>
                    <a:pt x="4064" y="4285"/>
                    <a:pt x="4222" y="4128"/>
                    <a:pt x="4222" y="3907"/>
                  </a:cubicBezTo>
                  <a:lnTo>
                    <a:pt x="4222" y="2175"/>
                  </a:lnTo>
                  <a:close/>
                  <a:moveTo>
                    <a:pt x="9074" y="8633"/>
                  </a:moveTo>
                  <a:lnTo>
                    <a:pt x="11027" y="10618"/>
                  </a:lnTo>
                  <a:cubicBezTo>
                    <a:pt x="11153" y="10744"/>
                    <a:pt x="11153" y="10964"/>
                    <a:pt x="11027" y="11090"/>
                  </a:cubicBezTo>
                  <a:cubicBezTo>
                    <a:pt x="10964" y="11153"/>
                    <a:pt x="10877" y="11185"/>
                    <a:pt x="10791" y="11185"/>
                  </a:cubicBezTo>
                  <a:cubicBezTo>
                    <a:pt x="10704" y="11185"/>
                    <a:pt x="10617" y="11153"/>
                    <a:pt x="10554" y="11090"/>
                  </a:cubicBezTo>
                  <a:lnTo>
                    <a:pt x="8601" y="9106"/>
                  </a:lnTo>
                  <a:cubicBezTo>
                    <a:pt x="8790" y="9011"/>
                    <a:pt x="8948" y="8791"/>
                    <a:pt x="9074" y="8633"/>
                  </a:cubicBezTo>
                  <a:close/>
                  <a:moveTo>
                    <a:pt x="347" y="1"/>
                  </a:moveTo>
                  <a:cubicBezTo>
                    <a:pt x="158" y="1"/>
                    <a:pt x="0" y="190"/>
                    <a:pt x="0" y="379"/>
                  </a:cubicBezTo>
                  <a:lnTo>
                    <a:pt x="0" y="10145"/>
                  </a:lnTo>
                  <a:cubicBezTo>
                    <a:pt x="0" y="10334"/>
                    <a:pt x="158" y="10492"/>
                    <a:pt x="347" y="10492"/>
                  </a:cubicBezTo>
                  <a:lnTo>
                    <a:pt x="1386" y="10492"/>
                  </a:lnTo>
                  <a:lnTo>
                    <a:pt x="1386" y="10838"/>
                  </a:lnTo>
                  <a:cubicBezTo>
                    <a:pt x="1386" y="11059"/>
                    <a:pt x="1544" y="11216"/>
                    <a:pt x="1733" y="11216"/>
                  </a:cubicBezTo>
                  <a:lnTo>
                    <a:pt x="8695" y="11216"/>
                  </a:lnTo>
                  <a:cubicBezTo>
                    <a:pt x="8916" y="11216"/>
                    <a:pt x="9074" y="11059"/>
                    <a:pt x="9074" y="10838"/>
                  </a:cubicBezTo>
                  <a:lnTo>
                    <a:pt x="9074" y="10586"/>
                  </a:lnTo>
                  <a:lnTo>
                    <a:pt x="10050" y="11563"/>
                  </a:lnTo>
                  <a:cubicBezTo>
                    <a:pt x="10239" y="11752"/>
                    <a:pt x="10507" y="11847"/>
                    <a:pt x="10775" y="11847"/>
                  </a:cubicBezTo>
                  <a:cubicBezTo>
                    <a:pt x="11043" y="11847"/>
                    <a:pt x="11310" y="11752"/>
                    <a:pt x="11499" y="11563"/>
                  </a:cubicBezTo>
                  <a:cubicBezTo>
                    <a:pt x="11909" y="11153"/>
                    <a:pt x="11909" y="10492"/>
                    <a:pt x="11499" y="10114"/>
                  </a:cubicBezTo>
                  <a:lnTo>
                    <a:pt x="9420" y="8003"/>
                  </a:lnTo>
                  <a:cubicBezTo>
                    <a:pt x="9609" y="7625"/>
                    <a:pt x="9735" y="7152"/>
                    <a:pt x="9735" y="6680"/>
                  </a:cubicBezTo>
                  <a:cubicBezTo>
                    <a:pt x="9735" y="5924"/>
                    <a:pt x="9452" y="5262"/>
                    <a:pt x="9011" y="4695"/>
                  </a:cubicBezTo>
                  <a:lnTo>
                    <a:pt x="9011" y="1828"/>
                  </a:lnTo>
                  <a:cubicBezTo>
                    <a:pt x="9011" y="1639"/>
                    <a:pt x="8853" y="1481"/>
                    <a:pt x="8664" y="1481"/>
                  </a:cubicBezTo>
                  <a:lnTo>
                    <a:pt x="8317" y="1481"/>
                  </a:lnTo>
                  <a:lnTo>
                    <a:pt x="8317" y="379"/>
                  </a:lnTo>
                  <a:cubicBezTo>
                    <a:pt x="8317" y="190"/>
                    <a:pt x="8160" y="1"/>
                    <a:pt x="79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roupe 9"/>
          <p:cNvGrpSpPr/>
          <p:nvPr/>
        </p:nvGrpSpPr>
        <p:grpSpPr>
          <a:xfrm>
            <a:off x="7428800" y="4377227"/>
            <a:ext cx="4430232" cy="1242988"/>
            <a:chOff x="7428800" y="4377227"/>
            <a:chExt cx="4430232" cy="1242988"/>
          </a:xfrm>
        </p:grpSpPr>
        <p:sp>
          <p:nvSpPr>
            <p:cNvPr id="8" name="Rectangle 7"/>
            <p:cNvSpPr/>
            <p:nvPr/>
          </p:nvSpPr>
          <p:spPr>
            <a:xfrm>
              <a:off x="8453896" y="4377227"/>
              <a:ext cx="3405136" cy="1077218"/>
            </a:xfrm>
            <a:prstGeom prst="rect">
              <a:avLst/>
            </a:prstGeom>
          </p:spPr>
          <p:txBody>
            <a:bodyPr wrap="square">
              <a:spAutoFit/>
            </a:bodyPr>
            <a:lstStyle/>
            <a:p>
              <a:r>
                <a:rPr lang="fr-FR" sz="3200" b="1" dirty="0" smtClean="0">
                  <a:solidFill>
                    <a:schemeClr val="accent1">
                      <a:lumMod val="75000"/>
                    </a:schemeClr>
                  </a:solidFill>
                  <a:latin typeface="Poppins" panose="00000500000000000000"/>
                </a:rPr>
                <a:t>Conclusion et Perspective</a:t>
              </a:r>
              <a:endParaRPr lang="en-US" sz="3200" b="1" dirty="0">
                <a:solidFill>
                  <a:schemeClr val="accent1">
                    <a:lumMod val="75000"/>
                  </a:schemeClr>
                </a:solidFill>
                <a:latin typeface="Poppins" panose="00000500000000000000"/>
              </a:endParaRPr>
            </a:p>
          </p:txBody>
        </p:sp>
        <p:sp>
          <p:nvSpPr>
            <p:cNvPr id="19" name="Rectangle 18"/>
            <p:cNvSpPr/>
            <p:nvPr/>
          </p:nvSpPr>
          <p:spPr>
            <a:xfrm>
              <a:off x="7428800" y="4377227"/>
              <a:ext cx="4430232" cy="124298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oogle Shape;9476;p70"/>
            <p:cNvGrpSpPr/>
            <p:nvPr/>
          </p:nvGrpSpPr>
          <p:grpSpPr>
            <a:xfrm>
              <a:off x="7556604" y="4480207"/>
              <a:ext cx="769488" cy="954165"/>
              <a:chOff x="-60988625" y="2310475"/>
              <a:chExt cx="316650" cy="311150"/>
            </a:xfrm>
          </p:grpSpPr>
          <p:sp>
            <p:nvSpPr>
              <p:cNvPr id="29" name="Google Shape;9477;p70"/>
              <p:cNvSpPr/>
              <p:nvPr/>
            </p:nvSpPr>
            <p:spPr>
              <a:xfrm>
                <a:off x="-60988625" y="2310475"/>
                <a:ext cx="311125" cy="311150"/>
              </a:xfrm>
              <a:custGeom>
                <a:avLst/>
                <a:gdLst/>
                <a:ahLst/>
                <a:cxnLst/>
                <a:rect l="l" t="t" r="r" b="b"/>
                <a:pathLst>
                  <a:path w="12445" h="12446" extrusionOk="0">
                    <a:moveTo>
                      <a:pt x="7877" y="883"/>
                    </a:moveTo>
                    <a:cubicBezTo>
                      <a:pt x="8097" y="883"/>
                      <a:pt x="8318" y="1072"/>
                      <a:pt x="8318" y="1324"/>
                    </a:cubicBezTo>
                    <a:lnTo>
                      <a:pt x="8318" y="10398"/>
                    </a:lnTo>
                    <a:cubicBezTo>
                      <a:pt x="8318" y="10870"/>
                      <a:pt x="8444" y="11311"/>
                      <a:pt x="8727" y="11626"/>
                    </a:cubicBezTo>
                    <a:lnTo>
                      <a:pt x="2111" y="11626"/>
                    </a:lnTo>
                    <a:cubicBezTo>
                      <a:pt x="1450" y="11626"/>
                      <a:pt x="851" y="11091"/>
                      <a:pt x="851" y="10398"/>
                    </a:cubicBezTo>
                    <a:lnTo>
                      <a:pt x="851" y="1324"/>
                    </a:lnTo>
                    <a:lnTo>
                      <a:pt x="820" y="1324"/>
                    </a:lnTo>
                    <a:cubicBezTo>
                      <a:pt x="820" y="1072"/>
                      <a:pt x="1009" y="883"/>
                      <a:pt x="1261" y="883"/>
                    </a:cubicBezTo>
                    <a:close/>
                    <a:moveTo>
                      <a:pt x="11500" y="10807"/>
                    </a:moveTo>
                    <a:cubicBezTo>
                      <a:pt x="11342" y="11280"/>
                      <a:pt x="10870" y="11626"/>
                      <a:pt x="10303" y="11626"/>
                    </a:cubicBezTo>
                    <a:cubicBezTo>
                      <a:pt x="9767" y="11626"/>
                      <a:pt x="9326" y="11280"/>
                      <a:pt x="9137" y="10807"/>
                    </a:cubicBezTo>
                    <a:close/>
                    <a:moveTo>
                      <a:pt x="1261" y="1"/>
                    </a:moveTo>
                    <a:cubicBezTo>
                      <a:pt x="568" y="1"/>
                      <a:pt x="32" y="568"/>
                      <a:pt x="32" y="1230"/>
                    </a:cubicBezTo>
                    <a:lnTo>
                      <a:pt x="32" y="10334"/>
                    </a:lnTo>
                    <a:cubicBezTo>
                      <a:pt x="0" y="11563"/>
                      <a:pt x="946" y="12445"/>
                      <a:pt x="2080" y="12445"/>
                    </a:cubicBezTo>
                    <a:lnTo>
                      <a:pt x="10334" y="12445"/>
                    </a:lnTo>
                    <a:cubicBezTo>
                      <a:pt x="11500" y="12445"/>
                      <a:pt x="12445" y="11500"/>
                      <a:pt x="12445" y="10366"/>
                    </a:cubicBezTo>
                    <a:cubicBezTo>
                      <a:pt x="12445" y="10145"/>
                      <a:pt x="12224" y="9925"/>
                      <a:pt x="12004" y="9925"/>
                    </a:cubicBezTo>
                    <a:lnTo>
                      <a:pt x="9074" y="9925"/>
                    </a:lnTo>
                    <a:lnTo>
                      <a:pt x="9074" y="1230"/>
                    </a:lnTo>
                    <a:cubicBezTo>
                      <a:pt x="9074" y="568"/>
                      <a:pt x="8538" y="1"/>
                      <a:pt x="78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9478;p70"/>
              <p:cNvSpPr/>
              <p:nvPr/>
            </p:nvSpPr>
            <p:spPr>
              <a:xfrm>
                <a:off x="-60947675" y="2353025"/>
                <a:ext cx="145725" cy="20500"/>
              </a:xfrm>
              <a:custGeom>
                <a:avLst/>
                <a:gdLst/>
                <a:ahLst/>
                <a:cxnLst/>
                <a:rect l="l" t="t" r="r" b="b"/>
                <a:pathLst>
                  <a:path w="5829" h="820" extrusionOk="0">
                    <a:moveTo>
                      <a:pt x="442" y="0"/>
                    </a:moveTo>
                    <a:cubicBezTo>
                      <a:pt x="190" y="0"/>
                      <a:pt x="1" y="189"/>
                      <a:pt x="1" y="441"/>
                    </a:cubicBezTo>
                    <a:cubicBezTo>
                      <a:pt x="1" y="630"/>
                      <a:pt x="190" y="819"/>
                      <a:pt x="442" y="819"/>
                    </a:cubicBezTo>
                    <a:lnTo>
                      <a:pt x="5388" y="819"/>
                    </a:lnTo>
                    <a:cubicBezTo>
                      <a:pt x="5640" y="819"/>
                      <a:pt x="5829" y="630"/>
                      <a:pt x="5829" y="441"/>
                    </a:cubicBezTo>
                    <a:cubicBezTo>
                      <a:pt x="5829" y="189"/>
                      <a:pt x="5640" y="0"/>
                      <a:pt x="53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479;p70"/>
              <p:cNvSpPr/>
              <p:nvPr/>
            </p:nvSpPr>
            <p:spPr>
              <a:xfrm>
                <a:off x="-60947675" y="2415250"/>
                <a:ext cx="145725" cy="20500"/>
              </a:xfrm>
              <a:custGeom>
                <a:avLst/>
                <a:gdLst/>
                <a:ahLst/>
                <a:cxnLst/>
                <a:rect l="l" t="t" r="r" b="b"/>
                <a:pathLst>
                  <a:path w="5829" h="820" extrusionOk="0">
                    <a:moveTo>
                      <a:pt x="442" y="0"/>
                    </a:moveTo>
                    <a:cubicBezTo>
                      <a:pt x="190" y="0"/>
                      <a:pt x="1" y="189"/>
                      <a:pt x="1" y="378"/>
                    </a:cubicBezTo>
                    <a:cubicBezTo>
                      <a:pt x="1" y="630"/>
                      <a:pt x="190" y="819"/>
                      <a:pt x="442" y="819"/>
                    </a:cubicBezTo>
                    <a:lnTo>
                      <a:pt x="5388" y="819"/>
                    </a:lnTo>
                    <a:cubicBezTo>
                      <a:pt x="5640" y="819"/>
                      <a:pt x="5829" y="630"/>
                      <a:pt x="5829" y="378"/>
                    </a:cubicBezTo>
                    <a:cubicBezTo>
                      <a:pt x="5829" y="158"/>
                      <a:pt x="5640" y="0"/>
                      <a:pt x="53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480;p70"/>
              <p:cNvSpPr/>
              <p:nvPr/>
            </p:nvSpPr>
            <p:spPr>
              <a:xfrm>
                <a:off x="-60947675" y="2475875"/>
                <a:ext cx="145725" cy="22100"/>
              </a:xfrm>
              <a:custGeom>
                <a:avLst/>
                <a:gdLst/>
                <a:ahLst/>
                <a:cxnLst/>
                <a:rect l="l" t="t" r="r" b="b"/>
                <a:pathLst>
                  <a:path w="5829" h="884" extrusionOk="0">
                    <a:moveTo>
                      <a:pt x="442" y="1"/>
                    </a:moveTo>
                    <a:cubicBezTo>
                      <a:pt x="190" y="1"/>
                      <a:pt x="1" y="221"/>
                      <a:pt x="1" y="442"/>
                    </a:cubicBezTo>
                    <a:cubicBezTo>
                      <a:pt x="1" y="694"/>
                      <a:pt x="190" y="883"/>
                      <a:pt x="442" y="883"/>
                    </a:cubicBezTo>
                    <a:lnTo>
                      <a:pt x="5388" y="883"/>
                    </a:lnTo>
                    <a:cubicBezTo>
                      <a:pt x="5640" y="883"/>
                      <a:pt x="5829" y="694"/>
                      <a:pt x="5829" y="442"/>
                    </a:cubicBezTo>
                    <a:cubicBezTo>
                      <a:pt x="5829" y="221"/>
                      <a:pt x="5640" y="1"/>
                      <a:pt x="53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9481;p70"/>
              <p:cNvSpPr/>
              <p:nvPr/>
            </p:nvSpPr>
            <p:spPr>
              <a:xfrm>
                <a:off x="-60947675" y="2538100"/>
                <a:ext cx="145725" cy="22075"/>
              </a:xfrm>
              <a:custGeom>
                <a:avLst/>
                <a:gdLst/>
                <a:ahLst/>
                <a:cxnLst/>
                <a:rect l="l" t="t" r="r" b="b"/>
                <a:pathLst>
                  <a:path w="5829" h="883" extrusionOk="0">
                    <a:moveTo>
                      <a:pt x="442" y="1"/>
                    </a:moveTo>
                    <a:cubicBezTo>
                      <a:pt x="190" y="1"/>
                      <a:pt x="1" y="190"/>
                      <a:pt x="1" y="442"/>
                    </a:cubicBezTo>
                    <a:cubicBezTo>
                      <a:pt x="1" y="662"/>
                      <a:pt x="190" y="883"/>
                      <a:pt x="442" y="883"/>
                    </a:cubicBezTo>
                    <a:lnTo>
                      <a:pt x="5388" y="883"/>
                    </a:lnTo>
                    <a:cubicBezTo>
                      <a:pt x="5640" y="883"/>
                      <a:pt x="5829" y="662"/>
                      <a:pt x="5829" y="442"/>
                    </a:cubicBezTo>
                    <a:cubicBezTo>
                      <a:pt x="5829" y="190"/>
                      <a:pt x="5640" y="1"/>
                      <a:pt x="53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9482;p70"/>
              <p:cNvSpPr/>
              <p:nvPr/>
            </p:nvSpPr>
            <p:spPr>
              <a:xfrm>
                <a:off x="-60740525" y="2312050"/>
                <a:ext cx="68550" cy="233950"/>
              </a:xfrm>
              <a:custGeom>
                <a:avLst/>
                <a:gdLst/>
                <a:ahLst/>
                <a:cxnLst/>
                <a:rect l="l" t="t" r="r" b="b"/>
                <a:pathLst>
                  <a:path w="2742" h="9358" extrusionOk="0">
                    <a:moveTo>
                      <a:pt x="1796" y="789"/>
                    </a:moveTo>
                    <a:cubicBezTo>
                      <a:pt x="1891" y="789"/>
                      <a:pt x="1922" y="852"/>
                      <a:pt x="1922" y="946"/>
                    </a:cubicBezTo>
                    <a:lnTo>
                      <a:pt x="1922" y="1639"/>
                    </a:lnTo>
                    <a:lnTo>
                      <a:pt x="820" y="1639"/>
                    </a:lnTo>
                    <a:lnTo>
                      <a:pt x="820" y="946"/>
                    </a:lnTo>
                    <a:cubicBezTo>
                      <a:pt x="820" y="852"/>
                      <a:pt x="883" y="789"/>
                      <a:pt x="977" y="789"/>
                    </a:cubicBezTo>
                    <a:close/>
                    <a:moveTo>
                      <a:pt x="1922" y="2458"/>
                    </a:moveTo>
                    <a:lnTo>
                      <a:pt x="1922" y="6617"/>
                    </a:lnTo>
                    <a:lnTo>
                      <a:pt x="820" y="6617"/>
                    </a:lnTo>
                    <a:lnTo>
                      <a:pt x="820" y="2458"/>
                    </a:lnTo>
                    <a:close/>
                    <a:moveTo>
                      <a:pt x="1639" y="7436"/>
                    </a:moveTo>
                    <a:lnTo>
                      <a:pt x="1355" y="8035"/>
                    </a:lnTo>
                    <a:lnTo>
                      <a:pt x="1040" y="7436"/>
                    </a:lnTo>
                    <a:close/>
                    <a:moveTo>
                      <a:pt x="977" y="1"/>
                    </a:moveTo>
                    <a:cubicBezTo>
                      <a:pt x="410" y="1"/>
                      <a:pt x="1" y="410"/>
                      <a:pt x="1" y="946"/>
                    </a:cubicBezTo>
                    <a:lnTo>
                      <a:pt x="1" y="6995"/>
                    </a:lnTo>
                    <a:cubicBezTo>
                      <a:pt x="1" y="7090"/>
                      <a:pt x="1" y="7121"/>
                      <a:pt x="32" y="7184"/>
                    </a:cubicBezTo>
                    <a:lnTo>
                      <a:pt x="1009" y="9137"/>
                    </a:lnTo>
                    <a:cubicBezTo>
                      <a:pt x="1103" y="9295"/>
                      <a:pt x="1198" y="9358"/>
                      <a:pt x="1355" y="9358"/>
                    </a:cubicBezTo>
                    <a:cubicBezTo>
                      <a:pt x="1513" y="9358"/>
                      <a:pt x="1670" y="9295"/>
                      <a:pt x="1733" y="9137"/>
                    </a:cubicBezTo>
                    <a:lnTo>
                      <a:pt x="2678" y="7184"/>
                    </a:lnTo>
                    <a:cubicBezTo>
                      <a:pt x="2710" y="7153"/>
                      <a:pt x="2710" y="7090"/>
                      <a:pt x="2710" y="6995"/>
                    </a:cubicBezTo>
                    <a:lnTo>
                      <a:pt x="2710" y="946"/>
                    </a:lnTo>
                    <a:cubicBezTo>
                      <a:pt x="2741" y="410"/>
                      <a:pt x="2300" y="1"/>
                      <a:pt x="17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6666000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A6B42169-06AF-CB1B-E03D-18EB75ED73AA}"/>
              </a:ext>
            </a:extLst>
          </p:cNvPr>
          <p:cNvSpPr txBox="1"/>
          <p:nvPr/>
        </p:nvSpPr>
        <p:spPr>
          <a:xfrm>
            <a:off x="1581150" y="2852033"/>
            <a:ext cx="10040205" cy="1015663"/>
          </a:xfrm>
          <a:prstGeom prst="rect">
            <a:avLst/>
          </a:prstGeom>
          <a:noFill/>
        </p:spPr>
        <p:txBody>
          <a:bodyPr wrap="square" rtlCol="0">
            <a:spAutoFit/>
          </a:bodyPr>
          <a:lstStyle/>
          <a:p>
            <a:r>
              <a:rPr lang="fr-FR" sz="6000" b="1" dirty="0" smtClean="0">
                <a:solidFill>
                  <a:schemeClr val="accent1">
                    <a:lumMod val="75000"/>
                  </a:schemeClr>
                </a:solidFill>
                <a:latin typeface="Poppins" panose="00000500000000000000" pitchFamily="2" charset="0"/>
                <a:cs typeface="Poppins" panose="00000500000000000000" pitchFamily="2" charset="0"/>
              </a:rPr>
              <a:t>Présentation </a:t>
            </a:r>
            <a:r>
              <a:rPr lang="fr-FR" sz="6000" b="1" dirty="0">
                <a:solidFill>
                  <a:schemeClr val="accent1">
                    <a:lumMod val="75000"/>
                  </a:schemeClr>
                </a:solidFill>
                <a:latin typeface="Poppins" panose="00000500000000000000" pitchFamily="2" charset="0"/>
                <a:cs typeface="Poppins" panose="00000500000000000000" pitchFamily="2" charset="0"/>
              </a:rPr>
              <a:t>G</a:t>
            </a:r>
            <a:r>
              <a:rPr lang="fr-FR" sz="6000" b="1" dirty="0" smtClean="0">
                <a:solidFill>
                  <a:schemeClr val="accent1">
                    <a:lumMod val="75000"/>
                  </a:schemeClr>
                </a:solidFill>
                <a:latin typeface="Poppins" panose="00000500000000000000" pitchFamily="2" charset="0"/>
                <a:cs typeface="Poppins" panose="00000500000000000000" pitchFamily="2" charset="0"/>
              </a:rPr>
              <a:t>énéral</a:t>
            </a:r>
            <a:endParaRPr lang="fr-FR" sz="6000" b="1" dirty="0">
              <a:solidFill>
                <a:schemeClr val="accent1">
                  <a:lumMod val="75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4724128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2" name="ZoneTexte 1"/>
          <p:cNvSpPr txBox="1"/>
          <p:nvPr/>
        </p:nvSpPr>
        <p:spPr>
          <a:xfrm>
            <a:off x="1978202" y="967372"/>
            <a:ext cx="5441795" cy="584775"/>
          </a:xfrm>
          <a:prstGeom prst="rect">
            <a:avLst/>
          </a:prstGeom>
          <a:noFill/>
        </p:spPr>
        <p:txBody>
          <a:bodyPr wrap="square" rtlCol="0">
            <a:spAutoFit/>
          </a:bodyPr>
          <a:lstStyle/>
          <a:p>
            <a:r>
              <a:rPr lang="fr-FR" sz="3200" b="1" dirty="0" smtClean="0">
                <a:solidFill>
                  <a:schemeClr val="accent1">
                    <a:lumMod val="75000"/>
                  </a:schemeClr>
                </a:solidFill>
                <a:latin typeface="Poppins" panose="00000500000000000000"/>
              </a:rPr>
              <a:t>Présentation de L’ENI</a:t>
            </a:r>
            <a:endParaRPr lang="en-US" sz="3200" b="1" dirty="0">
              <a:solidFill>
                <a:schemeClr val="accent1">
                  <a:lumMod val="75000"/>
                </a:schemeClr>
              </a:solidFill>
              <a:latin typeface="Poppins" panose="00000500000000000000"/>
            </a:endParaRPr>
          </a:p>
        </p:txBody>
      </p:sp>
      <p:cxnSp>
        <p:nvCxnSpPr>
          <p:cNvPr id="4" name="Connecteur droit 3"/>
          <p:cNvCxnSpPr/>
          <p:nvPr/>
        </p:nvCxnSpPr>
        <p:spPr>
          <a:xfrm>
            <a:off x="1759081" y="1613072"/>
            <a:ext cx="5660916"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110">
            <a:extLst>
              <a:ext uri="{FF2B5EF4-FFF2-40B4-BE49-F238E27FC236}">
                <a16:creationId xmlns:a16="http://schemas.microsoft.com/office/drawing/2014/main" id="{134A7F3F-5736-55C1-2FE0-E571BFE63553}"/>
              </a:ext>
            </a:extLst>
          </p:cNvPr>
          <p:cNvPicPr/>
          <p:nvPr/>
        </p:nvPicPr>
        <p:blipFill>
          <a:blip r:embed="rId4"/>
          <a:stretch>
            <a:fillRect/>
          </a:stretch>
        </p:blipFill>
        <p:spPr>
          <a:xfrm>
            <a:off x="340890" y="647700"/>
            <a:ext cx="1346196" cy="1209399"/>
          </a:xfrm>
          <a:prstGeom prst="rect">
            <a:avLst/>
          </a:prstGeom>
        </p:spPr>
      </p:pic>
      <p:grpSp>
        <p:nvGrpSpPr>
          <p:cNvPr id="38" name="Google Shape;8832;p68"/>
          <p:cNvGrpSpPr/>
          <p:nvPr/>
        </p:nvGrpSpPr>
        <p:grpSpPr>
          <a:xfrm>
            <a:off x="273147" y="4175087"/>
            <a:ext cx="592568" cy="815111"/>
            <a:chOff x="1516475" y="238075"/>
            <a:chExt cx="424650" cy="483175"/>
          </a:xfrm>
        </p:grpSpPr>
        <p:sp>
          <p:nvSpPr>
            <p:cNvPr id="39" name="Google Shape;8833;p68"/>
            <p:cNvSpPr/>
            <p:nvPr/>
          </p:nvSpPr>
          <p:spPr>
            <a:xfrm>
              <a:off x="1516475" y="238075"/>
              <a:ext cx="424650" cy="483175"/>
            </a:xfrm>
            <a:custGeom>
              <a:avLst/>
              <a:gdLst/>
              <a:ahLst/>
              <a:cxnLst/>
              <a:rect l="l" t="t" r="r" b="b"/>
              <a:pathLst>
                <a:path w="16986" h="19327" extrusionOk="0">
                  <a:moveTo>
                    <a:pt x="8491" y="1134"/>
                  </a:moveTo>
                  <a:cubicBezTo>
                    <a:pt x="11302" y="1134"/>
                    <a:pt x="13588" y="3438"/>
                    <a:pt x="13588" y="6267"/>
                  </a:cubicBezTo>
                  <a:cubicBezTo>
                    <a:pt x="13588" y="7318"/>
                    <a:pt x="13262" y="8342"/>
                    <a:pt x="12655" y="9199"/>
                  </a:cubicBezTo>
                  <a:cubicBezTo>
                    <a:pt x="12625" y="9242"/>
                    <a:pt x="12604" y="9272"/>
                    <a:pt x="12595" y="9284"/>
                  </a:cubicBezTo>
                  <a:lnTo>
                    <a:pt x="8491" y="15724"/>
                  </a:lnTo>
                  <a:lnTo>
                    <a:pt x="4388" y="9287"/>
                  </a:lnTo>
                  <a:cubicBezTo>
                    <a:pt x="4382" y="9275"/>
                    <a:pt x="4373" y="9266"/>
                    <a:pt x="4367" y="9257"/>
                  </a:cubicBezTo>
                  <a:cubicBezTo>
                    <a:pt x="4249" y="9091"/>
                    <a:pt x="4140" y="8921"/>
                    <a:pt x="4041" y="8743"/>
                  </a:cubicBezTo>
                  <a:cubicBezTo>
                    <a:pt x="3618" y="7985"/>
                    <a:pt x="3398" y="7134"/>
                    <a:pt x="3398" y="6267"/>
                  </a:cubicBezTo>
                  <a:cubicBezTo>
                    <a:pt x="3398" y="6174"/>
                    <a:pt x="3398" y="6080"/>
                    <a:pt x="3404" y="5990"/>
                  </a:cubicBezTo>
                  <a:cubicBezTo>
                    <a:pt x="3552" y="3266"/>
                    <a:pt x="5786" y="1134"/>
                    <a:pt x="8491" y="1134"/>
                  </a:cubicBezTo>
                  <a:close/>
                  <a:moveTo>
                    <a:pt x="11049" y="13819"/>
                  </a:moveTo>
                  <a:cubicBezTo>
                    <a:pt x="14358" y="14233"/>
                    <a:pt x="15853" y="15289"/>
                    <a:pt x="15853" y="15930"/>
                  </a:cubicBezTo>
                  <a:cubicBezTo>
                    <a:pt x="15853" y="16304"/>
                    <a:pt x="15339" y="16887"/>
                    <a:pt x="13905" y="17397"/>
                  </a:cubicBezTo>
                  <a:cubicBezTo>
                    <a:pt x="12471" y="17910"/>
                    <a:pt x="10545" y="18194"/>
                    <a:pt x="8491" y="18194"/>
                  </a:cubicBezTo>
                  <a:cubicBezTo>
                    <a:pt x="6438" y="18194"/>
                    <a:pt x="4515" y="17910"/>
                    <a:pt x="3077" y="17397"/>
                  </a:cubicBezTo>
                  <a:cubicBezTo>
                    <a:pt x="1640" y="16884"/>
                    <a:pt x="1133" y="16304"/>
                    <a:pt x="1133" y="15930"/>
                  </a:cubicBezTo>
                  <a:cubicBezTo>
                    <a:pt x="1133" y="15289"/>
                    <a:pt x="2625" y="14233"/>
                    <a:pt x="5934" y="13819"/>
                  </a:cubicBezTo>
                  <a:lnTo>
                    <a:pt x="8014" y="17083"/>
                  </a:lnTo>
                  <a:cubicBezTo>
                    <a:pt x="8126" y="17258"/>
                    <a:pt x="8309" y="17346"/>
                    <a:pt x="8491" y="17346"/>
                  </a:cubicBezTo>
                  <a:cubicBezTo>
                    <a:pt x="8674" y="17346"/>
                    <a:pt x="8857" y="17258"/>
                    <a:pt x="8968" y="17083"/>
                  </a:cubicBezTo>
                  <a:lnTo>
                    <a:pt x="11049" y="13819"/>
                  </a:lnTo>
                  <a:close/>
                  <a:moveTo>
                    <a:pt x="8494" y="1"/>
                  </a:moveTo>
                  <a:cubicBezTo>
                    <a:pt x="6947" y="1"/>
                    <a:pt x="5399" y="578"/>
                    <a:pt x="4201" y="1738"/>
                  </a:cubicBezTo>
                  <a:cubicBezTo>
                    <a:pt x="3050" y="2837"/>
                    <a:pt x="2359" y="4338"/>
                    <a:pt x="2274" y="5929"/>
                  </a:cubicBezTo>
                  <a:cubicBezTo>
                    <a:pt x="2268" y="6041"/>
                    <a:pt x="2265" y="6156"/>
                    <a:pt x="2265" y="6267"/>
                  </a:cubicBezTo>
                  <a:cubicBezTo>
                    <a:pt x="2265" y="7327"/>
                    <a:pt x="2534" y="8372"/>
                    <a:pt x="3050" y="9296"/>
                  </a:cubicBezTo>
                  <a:cubicBezTo>
                    <a:pt x="3168" y="9507"/>
                    <a:pt x="3301" y="9713"/>
                    <a:pt x="3440" y="9909"/>
                  </a:cubicBezTo>
                  <a:lnTo>
                    <a:pt x="5267" y="12771"/>
                  </a:lnTo>
                  <a:cubicBezTo>
                    <a:pt x="3953" y="12971"/>
                    <a:pt x="2809" y="13294"/>
                    <a:pt x="1921" y="13713"/>
                  </a:cubicBezTo>
                  <a:cubicBezTo>
                    <a:pt x="333" y="14465"/>
                    <a:pt x="1" y="15332"/>
                    <a:pt x="1" y="15930"/>
                  </a:cubicBezTo>
                  <a:cubicBezTo>
                    <a:pt x="1" y="16648"/>
                    <a:pt x="469" y="17669"/>
                    <a:pt x="2697" y="18466"/>
                  </a:cubicBezTo>
                  <a:cubicBezTo>
                    <a:pt x="4252" y="19022"/>
                    <a:pt x="6311" y="19326"/>
                    <a:pt x="8491" y="19326"/>
                  </a:cubicBezTo>
                  <a:cubicBezTo>
                    <a:pt x="10671" y="19326"/>
                    <a:pt x="12731" y="19022"/>
                    <a:pt x="14286" y="18466"/>
                  </a:cubicBezTo>
                  <a:cubicBezTo>
                    <a:pt x="16514" y="17669"/>
                    <a:pt x="16985" y="16648"/>
                    <a:pt x="16985" y="15930"/>
                  </a:cubicBezTo>
                  <a:cubicBezTo>
                    <a:pt x="16985" y="15332"/>
                    <a:pt x="16650" y="14465"/>
                    <a:pt x="15062" y="13713"/>
                  </a:cubicBezTo>
                  <a:cubicBezTo>
                    <a:pt x="14174" y="13294"/>
                    <a:pt x="13030" y="12971"/>
                    <a:pt x="11716" y="12768"/>
                  </a:cubicBezTo>
                  <a:lnTo>
                    <a:pt x="13549" y="9897"/>
                  </a:lnTo>
                  <a:lnTo>
                    <a:pt x="13561" y="9879"/>
                  </a:lnTo>
                  <a:cubicBezTo>
                    <a:pt x="13567" y="9873"/>
                    <a:pt x="13570" y="9867"/>
                    <a:pt x="13576" y="9861"/>
                  </a:cubicBezTo>
                  <a:cubicBezTo>
                    <a:pt x="15327" y="7382"/>
                    <a:pt x="15041" y="3997"/>
                    <a:pt x="12897" y="1847"/>
                  </a:cubicBezTo>
                  <a:cubicBezTo>
                    <a:pt x="11689" y="618"/>
                    <a:pt x="10092" y="1"/>
                    <a:pt x="84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0" name="Google Shape;8834;p68"/>
            <p:cNvSpPr/>
            <p:nvPr/>
          </p:nvSpPr>
          <p:spPr>
            <a:xfrm>
              <a:off x="1652425" y="324000"/>
              <a:ext cx="147150" cy="141575"/>
            </a:xfrm>
            <a:custGeom>
              <a:avLst/>
              <a:gdLst/>
              <a:ahLst/>
              <a:cxnLst/>
              <a:rect l="l" t="t" r="r" b="b"/>
              <a:pathLst>
                <a:path w="5886" h="5663" extrusionOk="0">
                  <a:moveTo>
                    <a:pt x="3054" y="1131"/>
                  </a:moveTo>
                  <a:cubicBezTo>
                    <a:pt x="3495" y="1131"/>
                    <a:pt x="3930" y="1303"/>
                    <a:pt x="4255" y="1629"/>
                  </a:cubicBezTo>
                  <a:cubicBezTo>
                    <a:pt x="4741" y="2115"/>
                    <a:pt x="4886" y="2845"/>
                    <a:pt x="4623" y="3480"/>
                  </a:cubicBezTo>
                  <a:cubicBezTo>
                    <a:pt x="4361" y="4114"/>
                    <a:pt x="3742" y="4530"/>
                    <a:pt x="3053" y="4530"/>
                  </a:cubicBezTo>
                  <a:cubicBezTo>
                    <a:pt x="2114" y="4527"/>
                    <a:pt x="1356" y="3769"/>
                    <a:pt x="1356" y="2830"/>
                  </a:cubicBezTo>
                  <a:cubicBezTo>
                    <a:pt x="1356" y="2142"/>
                    <a:pt x="1770" y="1523"/>
                    <a:pt x="2404" y="1260"/>
                  </a:cubicBezTo>
                  <a:cubicBezTo>
                    <a:pt x="2614" y="1173"/>
                    <a:pt x="2835" y="1131"/>
                    <a:pt x="3054" y="1131"/>
                  </a:cubicBezTo>
                  <a:close/>
                  <a:moveTo>
                    <a:pt x="3053" y="0"/>
                  </a:moveTo>
                  <a:cubicBezTo>
                    <a:pt x="2316" y="0"/>
                    <a:pt x="1593" y="287"/>
                    <a:pt x="1051" y="828"/>
                  </a:cubicBezTo>
                  <a:cubicBezTo>
                    <a:pt x="242" y="1638"/>
                    <a:pt x="1" y="2855"/>
                    <a:pt x="439" y="3914"/>
                  </a:cubicBezTo>
                  <a:cubicBezTo>
                    <a:pt x="876" y="4971"/>
                    <a:pt x="1909" y="5663"/>
                    <a:pt x="3053" y="5663"/>
                  </a:cubicBezTo>
                  <a:cubicBezTo>
                    <a:pt x="4617" y="5660"/>
                    <a:pt x="5883" y="4394"/>
                    <a:pt x="5886" y="2830"/>
                  </a:cubicBezTo>
                  <a:cubicBezTo>
                    <a:pt x="5886" y="1686"/>
                    <a:pt x="5194" y="653"/>
                    <a:pt x="4137" y="216"/>
                  </a:cubicBezTo>
                  <a:cubicBezTo>
                    <a:pt x="3786" y="70"/>
                    <a:pt x="3418" y="0"/>
                    <a:pt x="305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1" name="Google Shape;9068;p68"/>
          <p:cNvGrpSpPr/>
          <p:nvPr/>
        </p:nvGrpSpPr>
        <p:grpSpPr>
          <a:xfrm>
            <a:off x="5245731" y="2207436"/>
            <a:ext cx="670164" cy="916763"/>
            <a:chOff x="890400" y="4399350"/>
            <a:chExt cx="486600" cy="483150"/>
          </a:xfrm>
        </p:grpSpPr>
        <p:sp>
          <p:nvSpPr>
            <p:cNvPr id="42" name="Google Shape;9069;p68"/>
            <p:cNvSpPr/>
            <p:nvPr/>
          </p:nvSpPr>
          <p:spPr>
            <a:xfrm>
              <a:off x="1125300" y="4503075"/>
              <a:ext cx="153800" cy="141650"/>
            </a:xfrm>
            <a:custGeom>
              <a:avLst/>
              <a:gdLst/>
              <a:ahLst/>
              <a:cxnLst/>
              <a:rect l="l" t="t" r="r" b="b"/>
              <a:pathLst>
                <a:path w="6152" h="5666" extrusionOk="0">
                  <a:moveTo>
                    <a:pt x="3044" y="1140"/>
                  </a:moveTo>
                  <a:cubicBezTo>
                    <a:pt x="3263" y="1140"/>
                    <a:pt x="3484" y="1182"/>
                    <a:pt x="3694" y="1269"/>
                  </a:cubicBezTo>
                  <a:cubicBezTo>
                    <a:pt x="4328" y="1532"/>
                    <a:pt x="4741" y="2151"/>
                    <a:pt x="4741" y="2836"/>
                  </a:cubicBezTo>
                  <a:cubicBezTo>
                    <a:pt x="4741" y="3525"/>
                    <a:pt x="4328" y="4144"/>
                    <a:pt x="3694" y="4406"/>
                  </a:cubicBezTo>
                  <a:cubicBezTo>
                    <a:pt x="3484" y="4493"/>
                    <a:pt x="3263" y="4536"/>
                    <a:pt x="3044" y="4536"/>
                  </a:cubicBezTo>
                  <a:cubicBezTo>
                    <a:pt x="2602" y="4536"/>
                    <a:pt x="2168" y="4363"/>
                    <a:pt x="1843" y="4038"/>
                  </a:cubicBezTo>
                  <a:cubicBezTo>
                    <a:pt x="1178" y="3377"/>
                    <a:pt x="1178" y="2299"/>
                    <a:pt x="1843" y="1638"/>
                  </a:cubicBezTo>
                  <a:cubicBezTo>
                    <a:pt x="2168" y="1312"/>
                    <a:pt x="2602" y="1140"/>
                    <a:pt x="3044" y="1140"/>
                  </a:cubicBezTo>
                  <a:close/>
                  <a:moveTo>
                    <a:pt x="3043" y="0"/>
                  </a:moveTo>
                  <a:cubicBezTo>
                    <a:pt x="2680" y="0"/>
                    <a:pt x="2313" y="70"/>
                    <a:pt x="1961" y="215"/>
                  </a:cubicBezTo>
                  <a:cubicBezTo>
                    <a:pt x="710" y="732"/>
                    <a:pt x="1" y="2060"/>
                    <a:pt x="264" y="3386"/>
                  </a:cubicBezTo>
                  <a:cubicBezTo>
                    <a:pt x="529" y="4709"/>
                    <a:pt x="1688" y="5666"/>
                    <a:pt x="3038" y="5666"/>
                  </a:cubicBezTo>
                  <a:cubicBezTo>
                    <a:pt x="3040" y="5666"/>
                    <a:pt x="3042" y="5666"/>
                    <a:pt x="3045" y="5666"/>
                  </a:cubicBezTo>
                  <a:cubicBezTo>
                    <a:pt x="3048" y="5666"/>
                    <a:pt x="3052" y="5666"/>
                    <a:pt x="3056" y="5666"/>
                  </a:cubicBezTo>
                  <a:cubicBezTo>
                    <a:pt x="3801" y="5666"/>
                    <a:pt x="4518" y="5367"/>
                    <a:pt x="5046" y="4838"/>
                  </a:cubicBezTo>
                  <a:cubicBezTo>
                    <a:pt x="6004" y="3884"/>
                    <a:pt x="6152" y="2386"/>
                    <a:pt x="5400" y="1260"/>
                  </a:cubicBezTo>
                  <a:cubicBezTo>
                    <a:pt x="4862" y="453"/>
                    <a:pt x="3967" y="0"/>
                    <a:pt x="30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 name="Google Shape;9070;p68"/>
            <p:cNvSpPr/>
            <p:nvPr/>
          </p:nvSpPr>
          <p:spPr>
            <a:xfrm>
              <a:off x="890400" y="4399350"/>
              <a:ext cx="486600" cy="483150"/>
            </a:xfrm>
            <a:custGeom>
              <a:avLst/>
              <a:gdLst/>
              <a:ahLst/>
              <a:cxnLst/>
              <a:rect l="l" t="t" r="r" b="b"/>
              <a:pathLst>
                <a:path w="19464" h="19326" extrusionOk="0">
                  <a:moveTo>
                    <a:pt x="17908" y="1131"/>
                  </a:moveTo>
                  <a:cubicBezTo>
                    <a:pt x="18031" y="1131"/>
                    <a:pt x="18157" y="1132"/>
                    <a:pt x="18283" y="1134"/>
                  </a:cubicBezTo>
                  <a:cubicBezTo>
                    <a:pt x="18301" y="2369"/>
                    <a:pt x="18232" y="3465"/>
                    <a:pt x="18057" y="4449"/>
                  </a:cubicBezTo>
                  <a:cubicBezTo>
                    <a:pt x="16453" y="4223"/>
                    <a:pt x="15191" y="2960"/>
                    <a:pt x="14968" y="1357"/>
                  </a:cubicBezTo>
                  <a:cubicBezTo>
                    <a:pt x="15851" y="1203"/>
                    <a:pt x="16825" y="1131"/>
                    <a:pt x="17908" y="1131"/>
                  </a:cubicBezTo>
                  <a:close/>
                  <a:moveTo>
                    <a:pt x="6462" y="6683"/>
                  </a:moveTo>
                  <a:lnTo>
                    <a:pt x="6462" y="6686"/>
                  </a:lnTo>
                  <a:cubicBezTo>
                    <a:pt x="6003" y="7471"/>
                    <a:pt x="5574" y="8281"/>
                    <a:pt x="5173" y="9066"/>
                  </a:cubicBezTo>
                  <a:lnTo>
                    <a:pt x="2712" y="8839"/>
                  </a:lnTo>
                  <a:cubicBezTo>
                    <a:pt x="3545" y="7571"/>
                    <a:pt x="4952" y="6756"/>
                    <a:pt x="6462" y="6683"/>
                  </a:cubicBezTo>
                  <a:close/>
                  <a:moveTo>
                    <a:pt x="13863" y="1608"/>
                  </a:moveTo>
                  <a:cubicBezTo>
                    <a:pt x="14195" y="3637"/>
                    <a:pt x="15783" y="5225"/>
                    <a:pt x="17809" y="5557"/>
                  </a:cubicBezTo>
                  <a:cubicBezTo>
                    <a:pt x="17347" y="7209"/>
                    <a:pt x="16532" y="8534"/>
                    <a:pt x="15303" y="9718"/>
                  </a:cubicBezTo>
                  <a:cubicBezTo>
                    <a:pt x="13932" y="11043"/>
                    <a:pt x="11825" y="12218"/>
                    <a:pt x="9868" y="13221"/>
                  </a:cubicBezTo>
                  <a:lnTo>
                    <a:pt x="6196" y="9552"/>
                  </a:lnTo>
                  <a:cubicBezTo>
                    <a:pt x="7199" y="7592"/>
                    <a:pt x="8376" y="5485"/>
                    <a:pt x="9699" y="4114"/>
                  </a:cubicBezTo>
                  <a:cubicBezTo>
                    <a:pt x="10886" y="2885"/>
                    <a:pt x="12208" y="2073"/>
                    <a:pt x="13863" y="1608"/>
                  </a:cubicBezTo>
                  <a:close/>
                  <a:moveTo>
                    <a:pt x="5659" y="10612"/>
                  </a:moveTo>
                  <a:lnTo>
                    <a:pt x="8805" y="13758"/>
                  </a:lnTo>
                  <a:lnTo>
                    <a:pt x="8503" y="13909"/>
                  </a:lnTo>
                  <a:cubicBezTo>
                    <a:pt x="8237" y="14039"/>
                    <a:pt x="7984" y="14169"/>
                    <a:pt x="7736" y="14292"/>
                  </a:cubicBezTo>
                  <a:lnTo>
                    <a:pt x="5124" y="11681"/>
                  </a:lnTo>
                  <a:cubicBezTo>
                    <a:pt x="5248" y="11433"/>
                    <a:pt x="5378" y="11179"/>
                    <a:pt x="5508" y="10914"/>
                  </a:cubicBezTo>
                  <a:lnTo>
                    <a:pt x="5659" y="10612"/>
                  </a:lnTo>
                  <a:close/>
                  <a:moveTo>
                    <a:pt x="12658" y="13000"/>
                  </a:moveTo>
                  <a:lnTo>
                    <a:pt x="12658" y="13000"/>
                  </a:lnTo>
                  <a:cubicBezTo>
                    <a:pt x="12567" y="14483"/>
                    <a:pt x="11782" y="15835"/>
                    <a:pt x="10538" y="16651"/>
                  </a:cubicBezTo>
                  <a:lnTo>
                    <a:pt x="10348" y="14247"/>
                  </a:lnTo>
                  <a:cubicBezTo>
                    <a:pt x="11109" y="13858"/>
                    <a:pt x="11894" y="13441"/>
                    <a:pt x="12658" y="13000"/>
                  </a:cubicBezTo>
                  <a:close/>
                  <a:moveTo>
                    <a:pt x="4596" y="12756"/>
                  </a:moveTo>
                  <a:lnTo>
                    <a:pt x="5233" y="13393"/>
                  </a:lnTo>
                  <a:lnTo>
                    <a:pt x="4034" y="14594"/>
                  </a:lnTo>
                  <a:cubicBezTo>
                    <a:pt x="3814" y="14815"/>
                    <a:pt x="3811" y="15174"/>
                    <a:pt x="4034" y="15395"/>
                  </a:cubicBezTo>
                  <a:cubicBezTo>
                    <a:pt x="4145" y="15505"/>
                    <a:pt x="4290" y="15560"/>
                    <a:pt x="4434" y="15560"/>
                  </a:cubicBezTo>
                  <a:cubicBezTo>
                    <a:pt x="4579" y="15560"/>
                    <a:pt x="4724" y="15505"/>
                    <a:pt x="4835" y="15395"/>
                  </a:cubicBezTo>
                  <a:lnTo>
                    <a:pt x="6036" y="14193"/>
                  </a:lnTo>
                  <a:lnTo>
                    <a:pt x="6673" y="14833"/>
                  </a:lnTo>
                  <a:cubicBezTo>
                    <a:pt x="6528" y="15192"/>
                    <a:pt x="6311" y="15521"/>
                    <a:pt x="6036" y="15796"/>
                  </a:cubicBezTo>
                  <a:cubicBezTo>
                    <a:pt x="5387" y="16445"/>
                    <a:pt x="3110" y="17327"/>
                    <a:pt x="1555" y="17864"/>
                  </a:cubicBezTo>
                  <a:cubicBezTo>
                    <a:pt x="2096" y="16312"/>
                    <a:pt x="2984" y="14042"/>
                    <a:pt x="3633" y="13393"/>
                  </a:cubicBezTo>
                  <a:cubicBezTo>
                    <a:pt x="3908" y="13115"/>
                    <a:pt x="4234" y="12900"/>
                    <a:pt x="4596" y="12756"/>
                  </a:cubicBezTo>
                  <a:close/>
                  <a:moveTo>
                    <a:pt x="17939" y="0"/>
                  </a:moveTo>
                  <a:cubicBezTo>
                    <a:pt x="16582" y="0"/>
                    <a:pt x="15371" y="113"/>
                    <a:pt x="14282" y="349"/>
                  </a:cubicBezTo>
                  <a:cubicBezTo>
                    <a:pt x="14258" y="352"/>
                    <a:pt x="14234" y="358"/>
                    <a:pt x="14213" y="364"/>
                  </a:cubicBezTo>
                  <a:cubicBezTo>
                    <a:pt x="12057" y="841"/>
                    <a:pt x="10360" y="1801"/>
                    <a:pt x="8887" y="3329"/>
                  </a:cubicBezTo>
                  <a:cubicBezTo>
                    <a:pt x="8277" y="3960"/>
                    <a:pt x="7703" y="4724"/>
                    <a:pt x="7166" y="5548"/>
                  </a:cubicBezTo>
                  <a:lnTo>
                    <a:pt x="6676" y="5548"/>
                  </a:lnTo>
                  <a:cubicBezTo>
                    <a:pt x="5583" y="5548"/>
                    <a:pt x="4511" y="5856"/>
                    <a:pt x="3584" y="6436"/>
                  </a:cubicBezTo>
                  <a:cubicBezTo>
                    <a:pt x="2658" y="7016"/>
                    <a:pt x="1909" y="7837"/>
                    <a:pt x="1420" y="8815"/>
                  </a:cubicBezTo>
                  <a:lnTo>
                    <a:pt x="1284" y="9084"/>
                  </a:lnTo>
                  <a:cubicBezTo>
                    <a:pt x="1096" y="9458"/>
                    <a:pt x="1368" y="9902"/>
                    <a:pt x="1791" y="9905"/>
                  </a:cubicBezTo>
                  <a:lnTo>
                    <a:pt x="1948" y="9905"/>
                  </a:lnTo>
                  <a:lnTo>
                    <a:pt x="4623" y="10153"/>
                  </a:lnTo>
                  <a:cubicBezTo>
                    <a:pt x="4581" y="10237"/>
                    <a:pt x="4539" y="10322"/>
                    <a:pt x="4496" y="10409"/>
                  </a:cubicBezTo>
                  <a:cubicBezTo>
                    <a:pt x="4297" y="10802"/>
                    <a:pt x="4113" y="11176"/>
                    <a:pt x="3929" y="11533"/>
                  </a:cubicBezTo>
                  <a:cubicBezTo>
                    <a:pt x="3880" y="11626"/>
                    <a:pt x="3859" y="11732"/>
                    <a:pt x="3868" y="11838"/>
                  </a:cubicBezTo>
                  <a:cubicBezTo>
                    <a:pt x="3485" y="12031"/>
                    <a:pt x="3135" y="12287"/>
                    <a:pt x="2833" y="12592"/>
                  </a:cubicBezTo>
                  <a:cubicBezTo>
                    <a:pt x="1664" y="13761"/>
                    <a:pt x="275" y="18097"/>
                    <a:pt x="121" y="18586"/>
                  </a:cubicBezTo>
                  <a:cubicBezTo>
                    <a:pt x="1" y="18966"/>
                    <a:pt x="294" y="19325"/>
                    <a:pt x="657" y="19325"/>
                  </a:cubicBezTo>
                  <a:cubicBezTo>
                    <a:pt x="713" y="19325"/>
                    <a:pt x="770" y="19317"/>
                    <a:pt x="828" y="19299"/>
                  </a:cubicBezTo>
                  <a:cubicBezTo>
                    <a:pt x="1320" y="19145"/>
                    <a:pt x="5665" y="17765"/>
                    <a:pt x="6836" y="16593"/>
                  </a:cubicBezTo>
                  <a:cubicBezTo>
                    <a:pt x="7144" y="16288"/>
                    <a:pt x="7398" y="15935"/>
                    <a:pt x="7594" y="15549"/>
                  </a:cubicBezTo>
                  <a:lnTo>
                    <a:pt x="7628" y="15549"/>
                  </a:lnTo>
                  <a:cubicBezTo>
                    <a:pt x="7715" y="15549"/>
                    <a:pt x="7806" y="15527"/>
                    <a:pt x="7884" y="15485"/>
                  </a:cubicBezTo>
                  <a:cubicBezTo>
                    <a:pt x="8240" y="15304"/>
                    <a:pt x="8615" y="15117"/>
                    <a:pt x="9010" y="14920"/>
                  </a:cubicBezTo>
                  <a:lnTo>
                    <a:pt x="9255" y="14797"/>
                  </a:lnTo>
                  <a:lnTo>
                    <a:pt x="9463" y="17418"/>
                  </a:lnTo>
                  <a:lnTo>
                    <a:pt x="9463" y="17578"/>
                  </a:lnTo>
                  <a:cubicBezTo>
                    <a:pt x="9463" y="17906"/>
                    <a:pt x="9732" y="18144"/>
                    <a:pt x="10028" y="18144"/>
                  </a:cubicBezTo>
                  <a:cubicBezTo>
                    <a:pt x="10113" y="18144"/>
                    <a:pt x="10201" y="18124"/>
                    <a:pt x="10285" y="18082"/>
                  </a:cubicBezTo>
                  <a:lnTo>
                    <a:pt x="10553" y="17946"/>
                  </a:lnTo>
                  <a:cubicBezTo>
                    <a:pt x="12543" y="16950"/>
                    <a:pt x="13802" y="14914"/>
                    <a:pt x="13799" y="12689"/>
                  </a:cubicBezTo>
                  <a:lnTo>
                    <a:pt x="13799" y="12303"/>
                  </a:lnTo>
                  <a:cubicBezTo>
                    <a:pt x="14654" y="11750"/>
                    <a:pt x="15442" y="11161"/>
                    <a:pt x="16091" y="10536"/>
                  </a:cubicBezTo>
                  <a:cubicBezTo>
                    <a:pt x="17619" y="9060"/>
                    <a:pt x="18582" y="7366"/>
                    <a:pt x="19059" y="5207"/>
                  </a:cubicBezTo>
                  <a:cubicBezTo>
                    <a:pt x="19065" y="5186"/>
                    <a:pt x="19068" y="5165"/>
                    <a:pt x="19071" y="5140"/>
                  </a:cubicBezTo>
                  <a:cubicBezTo>
                    <a:pt x="19361" y="3809"/>
                    <a:pt x="19464" y="2302"/>
                    <a:pt x="19403" y="563"/>
                  </a:cubicBezTo>
                  <a:cubicBezTo>
                    <a:pt x="19394" y="264"/>
                    <a:pt x="19156" y="25"/>
                    <a:pt x="18857" y="16"/>
                  </a:cubicBezTo>
                  <a:cubicBezTo>
                    <a:pt x="18544" y="6"/>
                    <a:pt x="18238" y="0"/>
                    <a:pt x="179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4" name="Google Shape;9071;p68"/>
            <p:cNvSpPr/>
            <p:nvPr/>
          </p:nvSpPr>
          <p:spPr>
            <a:xfrm>
              <a:off x="1106975" y="4639875"/>
              <a:ext cx="28325" cy="28325"/>
            </a:xfrm>
            <a:custGeom>
              <a:avLst/>
              <a:gdLst/>
              <a:ahLst/>
              <a:cxnLst/>
              <a:rect l="l" t="t" r="r" b="b"/>
              <a:pathLst>
                <a:path w="1133" h="1133" extrusionOk="0">
                  <a:moveTo>
                    <a:pt x="565" y="0"/>
                  </a:moveTo>
                  <a:cubicBezTo>
                    <a:pt x="254" y="0"/>
                    <a:pt x="0" y="254"/>
                    <a:pt x="0" y="568"/>
                  </a:cubicBezTo>
                  <a:cubicBezTo>
                    <a:pt x="0" y="879"/>
                    <a:pt x="254" y="1133"/>
                    <a:pt x="565" y="1133"/>
                  </a:cubicBezTo>
                  <a:cubicBezTo>
                    <a:pt x="879" y="1133"/>
                    <a:pt x="1132" y="879"/>
                    <a:pt x="1132" y="568"/>
                  </a:cubicBezTo>
                  <a:cubicBezTo>
                    <a:pt x="1132" y="254"/>
                    <a:pt x="879" y="0"/>
                    <a:pt x="5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45" name="Google Shape;9174;p69"/>
          <p:cNvSpPr/>
          <p:nvPr/>
        </p:nvSpPr>
        <p:spPr>
          <a:xfrm>
            <a:off x="5306534" y="4146700"/>
            <a:ext cx="513953" cy="843498"/>
          </a:xfrm>
          <a:custGeom>
            <a:avLst/>
            <a:gdLst/>
            <a:ahLst/>
            <a:cxnLst/>
            <a:rect l="l" t="t" r="r" b="b"/>
            <a:pathLst>
              <a:path w="11028" h="12666" extrusionOk="0">
                <a:moveTo>
                  <a:pt x="8538" y="820"/>
                </a:moveTo>
                <a:lnTo>
                  <a:pt x="8538" y="2710"/>
                </a:lnTo>
                <a:lnTo>
                  <a:pt x="8412" y="2584"/>
                </a:lnTo>
                <a:cubicBezTo>
                  <a:pt x="8333" y="2505"/>
                  <a:pt x="8223" y="2466"/>
                  <a:pt x="8113" y="2466"/>
                </a:cubicBezTo>
                <a:cubicBezTo>
                  <a:pt x="8003" y="2466"/>
                  <a:pt x="7892" y="2505"/>
                  <a:pt x="7814" y="2584"/>
                </a:cubicBezTo>
                <a:lnTo>
                  <a:pt x="7719" y="2710"/>
                </a:lnTo>
                <a:lnTo>
                  <a:pt x="7719" y="820"/>
                </a:lnTo>
                <a:close/>
                <a:moveTo>
                  <a:pt x="10177" y="820"/>
                </a:moveTo>
                <a:lnTo>
                  <a:pt x="10177" y="9357"/>
                </a:lnTo>
                <a:lnTo>
                  <a:pt x="2458" y="9357"/>
                </a:lnTo>
                <a:lnTo>
                  <a:pt x="2458" y="820"/>
                </a:lnTo>
                <a:lnTo>
                  <a:pt x="6869" y="820"/>
                </a:lnTo>
                <a:lnTo>
                  <a:pt x="6869" y="3687"/>
                </a:lnTo>
                <a:cubicBezTo>
                  <a:pt x="6869" y="3813"/>
                  <a:pt x="6932" y="3970"/>
                  <a:pt x="7026" y="4033"/>
                </a:cubicBezTo>
                <a:cubicBezTo>
                  <a:pt x="7100" y="4093"/>
                  <a:pt x="7196" y="4124"/>
                  <a:pt x="7292" y="4124"/>
                </a:cubicBezTo>
                <a:cubicBezTo>
                  <a:pt x="7400" y="4124"/>
                  <a:pt x="7510" y="4085"/>
                  <a:pt x="7593" y="4002"/>
                </a:cubicBezTo>
                <a:lnTo>
                  <a:pt x="8129" y="3466"/>
                </a:lnTo>
                <a:lnTo>
                  <a:pt x="8664" y="3970"/>
                </a:lnTo>
                <a:cubicBezTo>
                  <a:pt x="8719" y="4024"/>
                  <a:pt x="8844" y="4102"/>
                  <a:pt x="8958" y="4102"/>
                </a:cubicBezTo>
                <a:cubicBezTo>
                  <a:pt x="8976" y="4102"/>
                  <a:pt x="8994" y="4100"/>
                  <a:pt x="9011" y="4096"/>
                </a:cubicBezTo>
                <a:cubicBezTo>
                  <a:pt x="9200" y="4033"/>
                  <a:pt x="9357" y="3876"/>
                  <a:pt x="9357" y="3687"/>
                </a:cubicBezTo>
                <a:lnTo>
                  <a:pt x="9357" y="820"/>
                </a:lnTo>
                <a:close/>
                <a:moveTo>
                  <a:pt x="1639" y="851"/>
                </a:moveTo>
                <a:lnTo>
                  <a:pt x="1639" y="9326"/>
                </a:lnTo>
                <a:cubicBezTo>
                  <a:pt x="1355" y="9326"/>
                  <a:pt x="1103" y="9389"/>
                  <a:pt x="820" y="9546"/>
                </a:cubicBezTo>
                <a:lnTo>
                  <a:pt x="820" y="2017"/>
                </a:lnTo>
                <a:cubicBezTo>
                  <a:pt x="820" y="1481"/>
                  <a:pt x="1166" y="1040"/>
                  <a:pt x="1639" y="851"/>
                </a:cubicBezTo>
                <a:close/>
                <a:moveTo>
                  <a:pt x="10145" y="10177"/>
                </a:moveTo>
                <a:lnTo>
                  <a:pt x="10145" y="11846"/>
                </a:lnTo>
                <a:lnTo>
                  <a:pt x="1639" y="11846"/>
                </a:lnTo>
                <a:cubicBezTo>
                  <a:pt x="1166" y="11846"/>
                  <a:pt x="820" y="11500"/>
                  <a:pt x="820" y="11027"/>
                </a:cubicBezTo>
                <a:cubicBezTo>
                  <a:pt x="820" y="10555"/>
                  <a:pt x="1166" y="10177"/>
                  <a:pt x="1639" y="10177"/>
                </a:cubicBezTo>
                <a:close/>
                <a:moveTo>
                  <a:pt x="1985" y="0"/>
                </a:moveTo>
                <a:cubicBezTo>
                  <a:pt x="851" y="32"/>
                  <a:pt x="0" y="946"/>
                  <a:pt x="0" y="2017"/>
                </a:cubicBezTo>
                <a:lnTo>
                  <a:pt x="0" y="11027"/>
                </a:lnTo>
                <a:cubicBezTo>
                  <a:pt x="0" y="11909"/>
                  <a:pt x="725" y="12665"/>
                  <a:pt x="1639" y="12665"/>
                </a:cubicBezTo>
                <a:lnTo>
                  <a:pt x="10618" y="12665"/>
                </a:lnTo>
                <a:cubicBezTo>
                  <a:pt x="10870" y="12665"/>
                  <a:pt x="11027" y="12476"/>
                  <a:pt x="11027" y="12224"/>
                </a:cubicBezTo>
                <a:lnTo>
                  <a:pt x="11027" y="379"/>
                </a:lnTo>
                <a:cubicBezTo>
                  <a:pt x="11027" y="189"/>
                  <a:pt x="10807" y="0"/>
                  <a:pt x="105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9486;p70"/>
          <p:cNvGrpSpPr/>
          <p:nvPr/>
        </p:nvGrpSpPr>
        <p:grpSpPr>
          <a:xfrm>
            <a:off x="326912" y="2280005"/>
            <a:ext cx="754684" cy="632446"/>
            <a:chOff x="-59481900" y="2290800"/>
            <a:chExt cx="319000" cy="309550"/>
          </a:xfrm>
        </p:grpSpPr>
        <p:sp>
          <p:nvSpPr>
            <p:cNvPr id="47" name="Google Shape;9487;p70"/>
            <p:cNvSpPr/>
            <p:nvPr/>
          </p:nvSpPr>
          <p:spPr>
            <a:xfrm>
              <a:off x="-59481900" y="2290800"/>
              <a:ext cx="319000" cy="309550"/>
            </a:xfrm>
            <a:custGeom>
              <a:avLst/>
              <a:gdLst/>
              <a:ahLst/>
              <a:cxnLst/>
              <a:rect l="l" t="t" r="r" b="b"/>
              <a:pathLst>
                <a:path w="12760" h="12382" extrusionOk="0">
                  <a:moveTo>
                    <a:pt x="6427" y="851"/>
                  </a:moveTo>
                  <a:cubicBezTo>
                    <a:pt x="6900" y="851"/>
                    <a:pt x="7247" y="1197"/>
                    <a:pt x="7247" y="1670"/>
                  </a:cubicBezTo>
                  <a:lnTo>
                    <a:pt x="7247" y="4159"/>
                  </a:lnTo>
                  <a:lnTo>
                    <a:pt x="5608" y="4159"/>
                  </a:lnTo>
                  <a:lnTo>
                    <a:pt x="5608" y="1670"/>
                  </a:lnTo>
                  <a:cubicBezTo>
                    <a:pt x="5608" y="1197"/>
                    <a:pt x="5955" y="851"/>
                    <a:pt x="6427" y="851"/>
                  </a:cubicBezTo>
                  <a:close/>
                  <a:moveTo>
                    <a:pt x="11594" y="3308"/>
                  </a:moveTo>
                  <a:cubicBezTo>
                    <a:pt x="11846" y="3308"/>
                    <a:pt x="12004" y="3529"/>
                    <a:pt x="12004" y="3749"/>
                  </a:cubicBezTo>
                  <a:lnTo>
                    <a:pt x="12004" y="11185"/>
                  </a:lnTo>
                  <a:lnTo>
                    <a:pt x="11941" y="11185"/>
                  </a:lnTo>
                  <a:cubicBezTo>
                    <a:pt x="11941" y="11437"/>
                    <a:pt x="11752" y="11594"/>
                    <a:pt x="11563" y="11594"/>
                  </a:cubicBezTo>
                  <a:lnTo>
                    <a:pt x="1355" y="11594"/>
                  </a:lnTo>
                  <a:cubicBezTo>
                    <a:pt x="1103" y="11594"/>
                    <a:pt x="914" y="11405"/>
                    <a:pt x="914" y="11185"/>
                  </a:cubicBezTo>
                  <a:lnTo>
                    <a:pt x="914" y="3749"/>
                  </a:lnTo>
                  <a:cubicBezTo>
                    <a:pt x="914" y="3529"/>
                    <a:pt x="1103" y="3308"/>
                    <a:pt x="1355" y="3308"/>
                  </a:cubicBezTo>
                  <a:lnTo>
                    <a:pt x="4821" y="3308"/>
                  </a:lnTo>
                  <a:lnTo>
                    <a:pt x="4821" y="4568"/>
                  </a:lnTo>
                  <a:cubicBezTo>
                    <a:pt x="4821" y="4821"/>
                    <a:pt x="5010" y="5010"/>
                    <a:pt x="5199" y="5010"/>
                  </a:cubicBezTo>
                  <a:lnTo>
                    <a:pt x="7688" y="5010"/>
                  </a:lnTo>
                  <a:cubicBezTo>
                    <a:pt x="7940" y="5010"/>
                    <a:pt x="8129" y="4821"/>
                    <a:pt x="8129" y="4568"/>
                  </a:cubicBezTo>
                  <a:lnTo>
                    <a:pt x="8129" y="3308"/>
                  </a:lnTo>
                  <a:close/>
                  <a:moveTo>
                    <a:pt x="6396" y="0"/>
                  </a:moveTo>
                  <a:cubicBezTo>
                    <a:pt x="5482" y="0"/>
                    <a:pt x="4726" y="756"/>
                    <a:pt x="4726" y="1670"/>
                  </a:cubicBezTo>
                  <a:lnTo>
                    <a:pt x="4726" y="2489"/>
                  </a:lnTo>
                  <a:lnTo>
                    <a:pt x="1261" y="2489"/>
                  </a:lnTo>
                  <a:cubicBezTo>
                    <a:pt x="599" y="2489"/>
                    <a:pt x="0" y="3056"/>
                    <a:pt x="0" y="3718"/>
                  </a:cubicBezTo>
                  <a:lnTo>
                    <a:pt x="0" y="11153"/>
                  </a:lnTo>
                  <a:cubicBezTo>
                    <a:pt x="0" y="11815"/>
                    <a:pt x="568" y="12382"/>
                    <a:pt x="1261" y="12382"/>
                  </a:cubicBezTo>
                  <a:lnTo>
                    <a:pt x="11468" y="12382"/>
                  </a:lnTo>
                  <a:cubicBezTo>
                    <a:pt x="12130" y="12382"/>
                    <a:pt x="12697" y="11815"/>
                    <a:pt x="12697" y="11153"/>
                  </a:cubicBezTo>
                  <a:lnTo>
                    <a:pt x="12697" y="3749"/>
                  </a:lnTo>
                  <a:cubicBezTo>
                    <a:pt x="12760" y="3025"/>
                    <a:pt x="12193" y="2489"/>
                    <a:pt x="11500" y="2489"/>
                  </a:cubicBezTo>
                  <a:lnTo>
                    <a:pt x="8034" y="2489"/>
                  </a:lnTo>
                  <a:lnTo>
                    <a:pt x="8034" y="1670"/>
                  </a:lnTo>
                  <a:cubicBezTo>
                    <a:pt x="8034" y="756"/>
                    <a:pt x="7310" y="0"/>
                    <a:pt x="6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9488;p70"/>
            <p:cNvSpPr/>
            <p:nvPr/>
          </p:nvSpPr>
          <p:spPr>
            <a:xfrm>
              <a:off x="-59287350" y="2456200"/>
              <a:ext cx="83500" cy="21275"/>
            </a:xfrm>
            <a:custGeom>
              <a:avLst/>
              <a:gdLst/>
              <a:ahLst/>
              <a:cxnLst/>
              <a:rect l="l" t="t" r="r" b="b"/>
              <a:pathLst>
                <a:path w="3340" h="851" extrusionOk="0">
                  <a:moveTo>
                    <a:pt x="410" y="0"/>
                  </a:moveTo>
                  <a:cubicBezTo>
                    <a:pt x="189" y="0"/>
                    <a:pt x="0" y="221"/>
                    <a:pt x="0" y="441"/>
                  </a:cubicBezTo>
                  <a:cubicBezTo>
                    <a:pt x="0" y="693"/>
                    <a:pt x="189" y="851"/>
                    <a:pt x="410" y="851"/>
                  </a:cubicBezTo>
                  <a:lnTo>
                    <a:pt x="2899" y="851"/>
                  </a:lnTo>
                  <a:cubicBezTo>
                    <a:pt x="3151" y="851"/>
                    <a:pt x="3308" y="630"/>
                    <a:pt x="3308" y="441"/>
                  </a:cubicBezTo>
                  <a:cubicBezTo>
                    <a:pt x="3340" y="221"/>
                    <a:pt x="3151" y="0"/>
                    <a:pt x="28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9489;p70"/>
            <p:cNvSpPr/>
            <p:nvPr/>
          </p:nvSpPr>
          <p:spPr>
            <a:xfrm>
              <a:off x="-59287350" y="2497950"/>
              <a:ext cx="83500" cy="21275"/>
            </a:xfrm>
            <a:custGeom>
              <a:avLst/>
              <a:gdLst/>
              <a:ahLst/>
              <a:cxnLst/>
              <a:rect l="l" t="t" r="r" b="b"/>
              <a:pathLst>
                <a:path w="3340" h="851" extrusionOk="0">
                  <a:moveTo>
                    <a:pt x="410" y="0"/>
                  </a:moveTo>
                  <a:cubicBezTo>
                    <a:pt x="189" y="0"/>
                    <a:pt x="0" y="189"/>
                    <a:pt x="0" y="441"/>
                  </a:cubicBezTo>
                  <a:cubicBezTo>
                    <a:pt x="0" y="662"/>
                    <a:pt x="189" y="851"/>
                    <a:pt x="410" y="851"/>
                  </a:cubicBezTo>
                  <a:lnTo>
                    <a:pt x="2899" y="851"/>
                  </a:lnTo>
                  <a:cubicBezTo>
                    <a:pt x="3151" y="851"/>
                    <a:pt x="3308" y="662"/>
                    <a:pt x="3308" y="441"/>
                  </a:cubicBezTo>
                  <a:cubicBezTo>
                    <a:pt x="3340" y="189"/>
                    <a:pt x="3151" y="0"/>
                    <a:pt x="28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9490;p70"/>
            <p:cNvSpPr/>
            <p:nvPr/>
          </p:nvSpPr>
          <p:spPr>
            <a:xfrm>
              <a:off x="-59287350" y="2538900"/>
              <a:ext cx="82700" cy="22075"/>
            </a:xfrm>
            <a:custGeom>
              <a:avLst/>
              <a:gdLst/>
              <a:ahLst/>
              <a:cxnLst/>
              <a:rect l="l" t="t" r="r" b="b"/>
              <a:pathLst>
                <a:path w="3308" h="883" extrusionOk="0">
                  <a:moveTo>
                    <a:pt x="410" y="0"/>
                  </a:moveTo>
                  <a:cubicBezTo>
                    <a:pt x="189" y="0"/>
                    <a:pt x="0" y="221"/>
                    <a:pt x="0" y="441"/>
                  </a:cubicBezTo>
                  <a:cubicBezTo>
                    <a:pt x="0" y="662"/>
                    <a:pt x="189" y="882"/>
                    <a:pt x="410" y="882"/>
                  </a:cubicBezTo>
                  <a:lnTo>
                    <a:pt x="2899" y="882"/>
                  </a:lnTo>
                  <a:cubicBezTo>
                    <a:pt x="3151" y="882"/>
                    <a:pt x="3308" y="662"/>
                    <a:pt x="3308" y="441"/>
                  </a:cubicBezTo>
                  <a:cubicBezTo>
                    <a:pt x="3308" y="221"/>
                    <a:pt x="3151" y="0"/>
                    <a:pt x="28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9491;p70"/>
            <p:cNvSpPr/>
            <p:nvPr/>
          </p:nvSpPr>
          <p:spPr>
            <a:xfrm>
              <a:off x="-59439375" y="2425425"/>
              <a:ext cx="125250" cy="134750"/>
            </a:xfrm>
            <a:custGeom>
              <a:avLst/>
              <a:gdLst/>
              <a:ahLst/>
              <a:cxnLst/>
              <a:rect l="l" t="t" r="r" b="b"/>
              <a:pathLst>
                <a:path w="5010" h="5390" extrusionOk="0">
                  <a:moveTo>
                    <a:pt x="2518" y="855"/>
                  </a:moveTo>
                  <a:cubicBezTo>
                    <a:pt x="2722" y="855"/>
                    <a:pt x="2928" y="925"/>
                    <a:pt x="3088" y="1074"/>
                  </a:cubicBezTo>
                  <a:cubicBezTo>
                    <a:pt x="3277" y="1294"/>
                    <a:pt x="3340" y="1609"/>
                    <a:pt x="3277" y="1924"/>
                  </a:cubicBezTo>
                  <a:cubicBezTo>
                    <a:pt x="3183" y="2176"/>
                    <a:pt x="2994" y="2428"/>
                    <a:pt x="2710" y="2460"/>
                  </a:cubicBezTo>
                  <a:cubicBezTo>
                    <a:pt x="2626" y="2485"/>
                    <a:pt x="2546" y="2497"/>
                    <a:pt x="2469" y="2497"/>
                  </a:cubicBezTo>
                  <a:cubicBezTo>
                    <a:pt x="2260" y="2497"/>
                    <a:pt x="2076" y="2409"/>
                    <a:pt x="1891" y="2271"/>
                  </a:cubicBezTo>
                  <a:cubicBezTo>
                    <a:pt x="1702" y="2019"/>
                    <a:pt x="1607" y="1704"/>
                    <a:pt x="1702" y="1452"/>
                  </a:cubicBezTo>
                  <a:cubicBezTo>
                    <a:pt x="1802" y="1070"/>
                    <a:pt x="2158" y="855"/>
                    <a:pt x="2518" y="855"/>
                  </a:cubicBezTo>
                  <a:close/>
                  <a:moveTo>
                    <a:pt x="2521" y="3342"/>
                  </a:moveTo>
                  <a:cubicBezTo>
                    <a:pt x="3309" y="3342"/>
                    <a:pt x="3939" y="3846"/>
                    <a:pt x="4159" y="4539"/>
                  </a:cubicBezTo>
                  <a:lnTo>
                    <a:pt x="914" y="4539"/>
                  </a:lnTo>
                  <a:cubicBezTo>
                    <a:pt x="1103" y="3846"/>
                    <a:pt x="1733" y="3342"/>
                    <a:pt x="2521" y="3342"/>
                  </a:cubicBezTo>
                  <a:close/>
                  <a:moveTo>
                    <a:pt x="2473" y="0"/>
                  </a:moveTo>
                  <a:cubicBezTo>
                    <a:pt x="1781" y="0"/>
                    <a:pt x="1110" y="436"/>
                    <a:pt x="914" y="1200"/>
                  </a:cubicBezTo>
                  <a:cubicBezTo>
                    <a:pt x="757" y="1798"/>
                    <a:pt x="914" y="2334"/>
                    <a:pt x="1292" y="2775"/>
                  </a:cubicBezTo>
                  <a:cubicBezTo>
                    <a:pt x="568" y="3216"/>
                    <a:pt x="1" y="4004"/>
                    <a:pt x="1" y="4949"/>
                  </a:cubicBezTo>
                  <a:cubicBezTo>
                    <a:pt x="1" y="5169"/>
                    <a:pt x="190" y="5390"/>
                    <a:pt x="410" y="5390"/>
                  </a:cubicBezTo>
                  <a:lnTo>
                    <a:pt x="4537" y="5390"/>
                  </a:lnTo>
                  <a:cubicBezTo>
                    <a:pt x="4758" y="5390"/>
                    <a:pt x="4978" y="5169"/>
                    <a:pt x="4978" y="4949"/>
                  </a:cubicBezTo>
                  <a:cubicBezTo>
                    <a:pt x="5010" y="4035"/>
                    <a:pt x="4506" y="3216"/>
                    <a:pt x="3718" y="2807"/>
                  </a:cubicBezTo>
                  <a:cubicBezTo>
                    <a:pt x="3907" y="2618"/>
                    <a:pt x="4033" y="2397"/>
                    <a:pt x="4096" y="2113"/>
                  </a:cubicBezTo>
                  <a:cubicBezTo>
                    <a:pt x="4254" y="1515"/>
                    <a:pt x="4096" y="916"/>
                    <a:pt x="3655" y="507"/>
                  </a:cubicBezTo>
                  <a:cubicBezTo>
                    <a:pt x="3322" y="161"/>
                    <a:pt x="2894" y="0"/>
                    <a:pt x="24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9492;p70"/>
            <p:cNvSpPr/>
            <p:nvPr/>
          </p:nvSpPr>
          <p:spPr>
            <a:xfrm>
              <a:off x="-59327525" y="2325450"/>
              <a:ext cx="13400" cy="13425"/>
            </a:xfrm>
            <a:custGeom>
              <a:avLst/>
              <a:gdLst/>
              <a:ahLst/>
              <a:cxnLst/>
              <a:rect l="l" t="t" r="r" b="b"/>
              <a:pathLst>
                <a:path w="536" h="537" extrusionOk="0">
                  <a:moveTo>
                    <a:pt x="252" y="1"/>
                  </a:moveTo>
                  <a:cubicBezTo>
                    <a:pt x="95" y="1"/>
                    <a:pt x="0" y="127"/>
                    <a:pt x="0" y="284"/>
                  </a:cubicBezTo>
                  <a:cubicBezTo>
                    <a:pt x="0" y="442"/>
                    <a:pt x="95" y="536"/>
                    <a:pt x="252" y="536"/>
                  </a:cubicBezTo>
                  <a:cubicBezTo>
                    <a:pt x="410" y="536"/>
                    <a:pt x="536" y="442"/>
                    <a:pt x="536" y="284"/>
                  </a:cubicBezTo>
                  <a:cubicBezTo>
                    <a:pt x="536" y="127"/>
                    <a:pt x="410" y="1"/>
                    <a:pt x="2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 name="ZoneTexte 52"/>
          <p:cNvSpPr txBox="1"/>
          <p:nvPr/>
        </p:nvSpPr>
        <p:spPr>
          <a:xfrm>
            <a:off x="1324085" y="2036060"/>
            <a:ext cx="3501600" cy="1000274"/>
          </a:xfrm>
          <a:prstGeom prst="rect">
            <a:avLst/>
          </a:prstGeom>
          <a:noFill/>
        </p:spPr>
        <p:txBody>
          <a:bodyPr wrap="none" rtlCol="0">
            <a:spAutoFit/>
          </a:bodyPr>
          <a:lstStyle/>
          <a:p>
            <a:r>
              <a:rPr lang="fr-FR" sz="2300" b="1" dirty="0" smtClean="0">
                <a:solidFill>
                  <a:schemeClr val="accent1">
                    <a:lumMod val="75000"/>
                  </a:schemeClr>
                </a:solidFill>
                <a:latin typeface="Poppins" panose="00000500000000000000"/>
              </a:rPr>
              <a:t>Information</a:t>
            </a:r>
          </a:p>
          <a:p>
            <a:pPr marL="285750" indent="247650">
              <a:buFont typeface="Wingdings" panose="05000000000000000000" pitchFamily="2" charset="2"/>
              <a:buChar char="§"/>
            </a:pPr>
            <a:r>
              <a:rPr lang="fr-FR" b="1" dirty="0" smtClean="0"/>
              <a:t>Crée le 24 Mai 1983</a:t>
            </a:r>
          </a:p>
          <a:p>
            <a:pPr marL="285750" indent="247650">
              <a:buFont typeface="Wingdings" panose="05000000000000000000" pitchFamily="2" charset="2"/>
              <a:buChar char="§"/>
            </a:pPr>
            <a:r>
              <a:rPr lang="fr-FR" b="1" dirty="0" smtClean="0"/>
              <a:t>Fêtes ses 40 ans cette année  </a:t>
            </a:r>
            <a:endParaRPr lang="en-US" b="1" dirty="0"/>
          </a:p>
        </p:txBody>
      </p:sp>
      <p:sp>
        <p:nvSpPr>
          <p:cNvPr id="54" name="ZoneTexte 53"/>
          <p:cNvSpPr txBox="1"/>
          <p:nvPr/>
        </p:nvSpPr>
        <p:spPr>
          <a:xfrm>
            <a:off x="6058132" y="1992789"/>
            <a:ext cx="3447818" cy="1677382"/>
          </a:xfrm>
          <a:prstGeom prst="rect">
            <a:avLst/>
          </a:prstGeom>
          <a:noFill/>
        </p:spPr>
        <p:txBody>
          <a:bodyPr wrap="square" rtlCol="0">
            <a:spAutoFit/>
          </a:bodyPr>
          <a:lstStyle/>
          <a:p>
            <a:r>
              <a:rPr lang="fr-FR" sz="2300" b="1" dirty="0" smtClean="0">
                <a:solidFill>
                  <a:schemeClr val="accent1">
                    <a:lumMod val="75000"/>
                  </a:schemeClr>
                </a:solidFill>
                <a:latin typeface="Poppins" panose="00000500000000000000"/>
              </a:rPr>
              <a:t>Mission</a:t>
            </a:r>
          </a:p>
          <a:p>
            <a:r>
              <a:rPr lang="fr-FR" sz="1600" b="1" dirty="0" smtClean="0">
                <a:latin typeface="Poppins" panose="00000500000000000000"/>
              </a:rPr>
              <a:t>Formation des futurs spécialistes informaticiens compétents et opérationnels de différents niveaux</a:t>
            </a:r>
          </a:p>
        </p:txBody>
      </p:sp>
      <p:sp>
        <p:nvSpPr>
          <p:cNvPr id="55" name="ZoneTexte 54"/>
          <p:cNvSpPr txBox="1"/>
          <p:nvPr/>
        </p:nvSpPr>
        <p:spPr>
          <a:xfrm>
            <a:off x="931806" y="4097745"/>
            <a:ext cx="4063933" cy="2108269"/>
          </a:xfrm>
          <a:prstGeom prst="rect">
            <a:avLst/>
          </a:prstGeom>
          <a:noFill/>
        </p:spPr>
        <p:txBody>
          <a:bodyPr wrap="none" rtlCol="0">
            <a:spAutoFit/>
          </a:bodyPr>
          <a:lstStyle/>
          <a:p>
            <a:r>
              <a:rPr lang="fr-FR" sz="2300" b="1" dirty="0" smtClean="0">
                <a:solidFill>
                  <a:schemeClr val="accent1">
                    <a:lumMod val="75000"/>
                  </a:schemeClr>
                </a:solidFill>
                <a:latin typeface="Poppins" panose="00000500000000000000"/>
              </a:rPr>
              <a:t>Localisation &amp; Contact</a:t>
            </a:r>
          </a:p>
          <a:p>
            <a:pPr marL="895350" indent="-266700">
              <a:buFont typeface="Wingdings" panose="05000000000000000000" pitchFamily="2" charset="2"/>
              <a:buChar char="§"/>
            </a:pPr>
            <a:r>
              <a:rPr lang="fr-FR" b="1" dirty="0" err="1" smtClean="0"/>
              <a:t>Tanambao</a:t>
            </a:r>
            <a:r>
              <a:rPr lang="fr-FR" b="1" dirty="0" smtClean="0"/>
              <a:t> Fianarantsoa</a:t>
            </a:r>
          </a:p>
          <a:p>
            <a:pPr marL="895350" indent="-266700">
              <a:buFont typeface="Wingdings" panose="05000000000000000000" pitchFamily="2" charset="2"/>
              <a:buChar char="§"/>
            </a:pPr>
            <a:r>
              <a:rPr lang="fr-FR" b="1" dirty="0" smtClean="0"/>
              <a:t>BP 1487</a:t>
            </a:r>
          </a:p>
          <a:p>
            <a:pPr marL="895350" indent="-266700">
              <a:buFont typeface="Wingdings" panose="05000000000000000000" pitchFamily="2" charset="2"/>
              <a:buChar char="§"/>
            </a:pPr>
            <a:r>
              <a:rPr lang="fr-FR" b="1" dirty="0" smtClean="0"/>
              <a:t>Code postal 301</a:t>
            </a:r>
          </a:p>
          <a:p>
            <a:pPr marL="895350" indent="-266700">
              <a:buFont typeface="Wingdings" panose="05000000000000000000" pitchFamily="2" charset="2"/>
              <a:buChar char="§"/>
            </a:pPr>
            <a:r>
              <a:rPr lang="fr-FR" b="1" dirty="0" smtClean="0"/>
              <a:t>+261 34 05 733 36</a:t>
            </a:r>
          </a:p>
          <a:p>
            <a:pPr marL="895350" indent="-266700">
              <a:buFont typeface="Wingdings" panose="05000000000000000000" pitchFamily="2" charset="2"/>
              <a:buChar char="§"/>
            </a:pPr>
            <a:r>
              <a:rPr lang="fr-FR" b="1" dirty="0" smtClean="0">
                <a:hlinkClick r:id="rId5"/>
              </a:rPr>
              <a:t>eni@eni.mg</a:t>
            </a:r>
            <a:endParaRPr lang="fr-FR" b="1" dirty="0" smtClean="0"/>
          </a:p>
          <a:p>
            <a:pPr marL="895350" indent="-266700">
              <a:buFont typeface="Wingdings" panose="05000000000000000000" pitchFamily="2" charset="2"/>
              <a:buChar char="§"/>
            </a:pPr>
            <a:r>
              <a:rPr lang="fr-FR" b="1" dirty="0" smtClean="0"/>
              <a:t>www.eni.mg</a:t>
            </a:r>
            <a:endParaRPr lang="en-US" b="1" dirty="0"/>
          </a:p>
        </p:txBody>
      </p:sp>
      <p:sp>
        <p:nvSpPr>
          <p:cNvPr id="56" name="ZoneTexte 55"/>
          <p:cNvSpPr txBox="1"/>
          <p:nvPr/>
        </p:nvSpPr>
        <p:spPr>
          <a:xfrm>
            <a:off x="6058132" y="3915796"/>
            <a:ext cx="3447818" cy="1831271"/>
          </a:xfrm>
          <a:prstGeom prst="rect">
            <a:avLst/>
          </a:prstGeom>
          <a:noFill/>
        </p:spPr>
        <p:txBody>
          <a:bodyPr wrap="square" rtlCol="0">
            <a:spAutoFit/>
          </a:bodyPr>
          <a:lstStyle/>
          <a:p>
            <a:r>
              <a:rPr lang="fr-FR" sz="2300" b="1" dirty="0" smtClean="0">
                <a:solidFill>
                  <a:schemeClr val="accent1">
                    <a:lumMod val="75000"/>
                  </a:schemeClr>
                </a:solidFill>
              </a:rPr>
              <a:t>Parcours</a:t>
            </a:r>
          </a:p>
          <a:p>
            <a:pPr marL="533400" indent="-266700">
              <a:buFont typeface="Wingdings" panose="05000000000000000000" pitchFamily="2" charset="2"/>
              <a:buChar char="§"/>
            </a:pPr>
            <a:r>
              <a:rPr lang="fr-FR" b="1" dirty="0" smtClean="0"/>
              <a:t>GB</a:t>
            </a:r>
          </a:p>
          <a:p>
            <a:pPr marL="533400" indent="-266700">
              <a:buFont typeface="Wingdings" panose="05000000000000000000" pitchFamily="2" charset="2"/>
              <a:buChar char="§"/>
            </a:pPr>
            <a:r>
              <a:rPr lang="fr-FR" b="1" dirty="0" smtClean="0"/>
              <a:t>SR</a:t>
            </a:r>
          </a:p>
          <a:p>
            <a:pPr marL="533400" indent="-266700">
              <a:buFont typeface="Wingdings" panose="05000000000000000000" pitchFamily="2" charset="2"/>
              <a:buChar char="§"/>
            </a:pPr>
            <a:r>
              <a:rPr lang="fr-FR" b="1" dirty="0" smtClean="0"/>
              <a:t>IG</a:t>
            </a:r>
          </a:p>
          <a:p>
            <a:pPr marL="533400" indent="-266700">
              <a:buFont typeface="Wingdings" panose="05000000000000000000" pitchFamily="2" charset="2"/>
              <a:buChar char="§"/>
            </a:pPr>
            <a:r>
              <a:rPr lang="fr-FR" b="1" dirty="0" smtClean="0"/>
              <a:t>GID</a:t>
            </a:r>
          </a:p>
          <a:p>
            <a:pPr marL="533400" indent="-266700">
              <a:buFont typeface="Wingdings" panose="05000000000000000000" pitchFamily="2" charset="2"/>
              <a:buChar char="§"/>
            </a:pPr>
            <a:r>
              <a:rPr lang="fr-FR" b="1" dirty="0" smtClean="0"/>
              <a:t>OCC</a:t>
            </a:r>
            <a:endParaRPr lang="en-US" b="1" dirty="0"/>
          </a:p>
        </p:txBody>
      </p:sp>
    </p:spTree>
    <p:extLst>
      <p:ext uri="{BB962C8B-B14F-4D97-AF65-F5344CB8AC3E}">
        <p14:creationId xmlns:p14="http://schemas.microsoft.com/office/powerpoint/2010/main" val="4097917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fade">
                                      <p:cBhvr>
                                        <p:cTn id="12" dur="1000"/>
                                        <p:tgtEl>
                                          <p:spTgt spid="53"/>
                                        </p:tgtEl>
                                      </p:cBhvr>
                                    </p:animEffect>
                                    <p:anim calcmode="lin" valueType="num">
                                      <p:cBhvr>
                                        <p:cTn id="13" dur="1000" fill="hold"/>
                                        <p:tgtEl>
                                          <p:spTgt spid="53"/>
                                        </p:tgtEl>
                                        <p:attrNameLst>
                                          <p:attrName>ppt_x</p:attrName>
                                        </p:attrNameLst>
                                      </p:cBhvr>
                                      <p:tavLst>
                                        <p:tav tm="0">
                                          <p:val>
                                            <p:strVal val="#ppt_x"/>
                                          </p:val>
                                        </p:tav>
                                        <p:tav tm="100000">
                                          <p:val>
                                            <p:strVal val="#ppt_x"/>
                                          </p:val>
                                        </p:tav>
                                      </p:tavLst>
                                    </p:anim>
                                    <p:anim calcmode="lin" valueType="num">
                                      <p:cBhvr>
                                        <p:cTn id="14" dur="1000" fill="hold"/>
                                        <p:tgtEl>
                                          <p:spTgt spid="5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1000"/>
                                        <p:tgtEl>
                                          <p:spTgt spid="41"/>
                                        </p:tgtEl>
                                      </p:cBhvr>
                                    </p:animEffect>
                                    <p:anim calcmode="lin" valueType="num">
                                      <p:cBhvr>
                                        <p:cTn id="18" dur="1000" fill="hold"/>
                                        <p:tgtEl>
                                          <p:spTgt spid="41"/>
                                        </p:tgtEl>
                                        <p:attrNameLst>
                                          <p:attrName>ppt_x</p:attrName>
                                        </p:attrNameLst>
                                      </p:cBhvr>
                                      <p:tavLst>
                                        <p:tav tm="0">
                                          <p:val>
                                            <p:strVal val="#ppt_x"/>
                                          </p:val>
                                        </p:tav>
                                        <p:tav tm="100000">
                                          <p:val>
                                            <p:strVal val="#ppt_x"/>
                                          </p:val>
                                        </p:tav>
                                      </p:tavLst>
                                    </p:anim>
                                    <p:anim calcmode="lin" valueType="num">
                                      <p:cBhvr>
                                        <p:cTn id="19" dur="1000" fill="hold"/>
                                        <p:tgtEl>
                                          <p:spTgt spid="4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1000"/>
                                        <p:tgtEl>
                                          <p:spTgt spid="54"/>
                                        </p:tgtEl>
                                      </p:cBhvr>
                                    </p:animEffect>
                                    <p:anim calcmode="lin" valueType="num">
                                      <p:cBhvr>
                                        <p:cTn id="23" dur="1000" fill="hold"/>
                                        <p:tgtEl>
                                          <p:spTgt spid="54"/>
                                        </p:tgtEl>
                                        <p:attrNameLst>
                                          <p:attrName>ppt_x</p:attrName>
                                        </p:attrNameLst>
                                      </p:cBhvr>
                                      <p:tavLst>
                                        <p:tav tm="0">
                                          <p:val>
                                            <p:strVal val="#ppt_x"/>
                                          </p:val>
                                        </p:tav>
                                        <p:tav tm="100000">
                                          <p:val>
                                            <p:strVal val="#ppt_x"/>
                                          </p:val>
                                        </p:tav>
                                      </p:tavLst>
                                    </p:anim>
                                    <p:anim calcmode="lin" valueType="num">
                                      <p:cBhvr>
                                        <p:cTn id="24" dur="1000" fill="hold"/>
                                        <p:tgtEl>
                                          <p:spTgt spid="54"/>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1000"/>
                                        <p:tgtEl>
                                          <p:spTgt spid="38"/>
                                        </p:tgtEl>
                                      </p:cBhvr>
                                    </p:animEffect>
                                    <p:anim calcmode="lin" valueType="num">
                                      <p:cBhvr>
                                        <p:cTn id="28" dur="1000" fill="hold"/>
                                        <p:tgtEl>
                                          <p:spTgt spid="38"/>
                                        </p:tgtEl>
                                        <p:attrNameLst>
                                          <p:attrName>ppt_x</p:attrName>
                                        </p:attrNameLst>
                                      </p:cBhvr>
                                      <p:tavLst>
                                        <p:tav tm="0">
                                          <p:val>
                                            <p:strVal val="#ppt_x"/>
                                          </p:val>
                                        </p:tav>
                                        <p:tav tm="100000">
                                          <p:val>
                                            <p:strVal val="#ppt_x"/>
                                          </p:val>
                                        </p:tav>
                                      </p:tavLst>
                                    </p:anim>
                                    <p:anim calcmode="lin" valueType="num">
                                      <p:cBhvr>
                                        <p:cTn id="29" dur="1000" fill="hold"/>
                                        <p:tgtEl>
                                          <p:spTgt spid="3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fade">
                                      <p:cBhvr>
                                        <p:cTn id="32" dur="1000"/>
                                        <p:tgtEl>
                                          <p:spTgt spid="55"/>
                                        </p:tgtEl>
                                      </p:cBhvr>
                                    </p:animEffect>
                                    <p:anim calcmode="lin" valueType="num">
                                      <p:cBhvr>
                                        <p:cTn id="33" dur="1000" fill="hold"/>
                                        <p:tgtEl>
                                          <p:spTgt spid="55"/>
                                        </p:tgtEl>
                                        <p:attrNameLst>
                                          <p:attrName>ppt_x</p:attrName>
                                        </p:attrNameLst>
                                      </p:cBhvr>
                                      <p:tavLst>
                                        <p:tav tm="0">
                                          <p:val>
                                            <p:strVal val="#ppt_x"/>
                                          </p:val>
                                        </p:tav>
                                        <p:tav tm="100000">
                                          <p:val>
                                            <p:strVal val="#ppt_x"/>
                                          </p:val>
                                        </p:tav>
                                      </p:tavLst>
                                    </p:anim>
                                    <p:anim calcmode="lin" valueType="num">
                                      <p:cBhvr>
                                        <p:cTn id="34" dur="1000" fill="hold"/>
                                        <p:tgtEl>
                                          <p:spTgt spid="55"/>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1000"/>
                                        <p:tgtEl>
                                          <p:spTgt spid="45"/>
                                        </p:tgtEl>
                                      </p:cBhvr>
                                    </p:animEffect>
                                    <p:anim calcmode="lin" valueType="num">
                                      <p:cBhvr>
                                        <p:cTn id="38" dur="1000" fill="hold"/>
                                        <p:tgtEl>
                                          <p:spTgt spid="45"/>
                                        </p:tgtEl>
                                        <p:attrNameLst>
                                          <p:attrName>ppt_x</p:attrName>
                                        </p:attrNameLst>
                                      </p:cBhvr>
                                      <p:tavLst>
                                        <p:tav tm="0">
                                          <p:val>
                                            <p:strVal val="#ppt_x"/>
                                          </p:val>
                                        </p:tav>
                                        <p:tav tm="100000">
                                          <p:val>
                                            <p:strVal val="#ppt_x"/>
                                          </p:val>
                                        </p:tav>
                                      </p:tavLst>
                                    </p:anim>
                                    <p:anim calcmode="lin" valueType="num">
                                      <p:cBhvr>
                                        <p:cTn id="39" dur="1000" fill="hold"/>
                                        <p:tgtEl>
                                          <p:spTgt spid="45"/>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56"/>
                                        </p:tgtEl>
                                        <p:attrNameLst>
                                          <p:attrName>style.visibility</p:attrName>
                                        </p:attrNameLst>
                                      </p:cBhvr>
                                      <p:to>
                                        <p:strVal val="visible"/>
                                      </p:to>
                                    </p:set>
                                    <p:animEffect transition="in" filter="fade">
                                      <p:cBhvr>
                                        <p:cTn id="42" dur="1000"/>
                                        <p:tgtEl>
                                          <p:spTgt spid="56"/>
                                        </p:tgtEl>
                                      </p:cBhvr>
                                    </p:animEffect>
                                    <p:anim calcmode="lin" valueType="num">
                                      <p:cBhvr>
                                        <p:cTn id="43" dur="1000" fill="hold"/>
                                        <p:tgtEl>
                                          <p:spTgt spid="56"/>
                                        </p:tgtEl>
                                        <p:attrNameLst>
                                          <p:attrName>ppt_x</p:attrName>
                                        </p:attrNameLst>
                                      </p:cBhvr>
                                      <p:tavLst>
                                        <p:tav tm="0">
                                          <p:val>
                                            <p:strVal val="#ppt_x"/>
                                          </p:val>
                                        </p:tav>
                                        <p:tav tm="100000">
                                          <p:val>
                                            <p:strVal val="#ppt_x"/>
                                          </p:val>
                                        </p:tav>
                                      </p:tavLst>
                                    </p:anim>
                                    <p:anim calcmode="lin" valueType="num">
                                      <p:cBhvr>
                                        <p:cTn id="44"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53" grpId="0"/>
      <p:bldP spid="54" grpId="0"/>
      <p:bldP spid="55" grpId="0"/>
      <p:bldP spid="5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2" name="ZoneTexte 1"/>
          <p:cNvSpPr txBox="1"/>
          <p:nvPr/>
        </p:nvSpPr>
        <p:spPr>
          <a:xfrm>
            <a:off x="1978202" y="967372"/>
            <a:ext cx="6213298" cy="584775"/>
          </a:xfrm>
          <a:prstGeom prst="rect">
            <a:avLst/>
          </a:prstGeom>
          <a:noFill/>
        </p:spPr>
        <p:txBody>
          <a:bodyPr wrap="square" rtlCol="0">
            <a:spAutoFit/>
          </a:bodyPr>
          <a:lstStyle/>
          <a:p>
            <a:pPr algn="ctr"/>
            <a:r>
              <a:rPr lang="fr-FR" sz="3200" b="1" dirty="0">
                <a:solidFill>
                  <a:schemeClr val="accent1">
                    <a:lumMod val="75000"/>
                  </a:schemeClr>
                </a:solidFill>
                <a:latin typeface="Poppins" panose="00000500000000000000"/>
              </a:rPr>
              <a:t>O</a:t>
            </a:r>
            <a:r>
              <a:rPr lang="fr-FR" sz="3200" b="1" dirty="0" smtClean="0">
                <a:solidFill>
                  <a:schemeClr val="accent1">
                    <a:lumMod val="75000"/>
                  </a:schemeClr>
                </a:solidFill>
                <a:latin typeface="Poppins" panose="00000500000000000000"/>
              </a:rPr>
              <a:t>rganigramme de l’ENI</a:t>
            </a:r>
            <a:endParaRPr lang="en-US" sz="3200" b="1" dirty="0">
              <a:solidFill>
                <a:schemeClr val="accent1">
                  <a:lumMod val="75000"/>
                </a:schemeClr>
              </a:solidFill>
              <a:latin typeface="Poppins" panose="00000500000000000000"/>
            </a:endParaRPr>
          </a:p>
        </p:txBody>
      </p:sp>
      <p:cxnSp>
        <p:nvCxnSpPr>
          <p:cNvPr id="4" name="Connecteur droit 3"/>
          <p:cNvCxnSpPr/>
          <p:nvPr/>
        </p:nvCxnSpPr>
        <p:spPr>
          <a:xfrm>
            <a:off x="3429000" y="1701690"/>
            <a:ext cx="3448050"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110">
            <a:extLst>
              <a:ext uri="{FF2B5EF4-FFF2-40B4-BE49-F238E27FC236}">
                <a16:creationId xmlns:a16="http://schemas.microsoft.com/office/drawing/2014/main" id="{134A7F3F-5736-55C1-2FE0-E571BFE63553}"/>
              </a:ext>
            </a:extLst>
          </p:cNvPr>
          <p:cNvPicPr/>
          <p:nvPr/>
        </p:nvPicPr>
        <p:blipFill>
          <a:blip r:embed="rId4"/>
          <a:stretch>
            <a:fillRect/>
          </a:stretch>
        </p:blipFill>
        <p:spPr>
          <a:xfrm>
            <a:off x="340890" y="647700"/>
            <a:ext cx="1346196" cy="1209399"/>
          </a:xfrm>
          <a:prstGeom prst="rect">
            <a:avLst/>
          </a:prstGeom>
        </p:spPr>
      </p:pic>
      <p:pic>
        <p:nvPicPr>
          <p:cNvPr id="59" name="Image 58">
            <a:extLst>
              <a:ext uri="{FF2B5EF4-FFF2-40B4-BE49-F238E27FC236}">
                <a16:creationId xmlns:a16="http://schemas.microsoft.com/office/drawing/2014/main" id="{413A5ED2-FC2A-1311-B6F4-DA4892C51F1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6251" y="2006642"/>
            <a:ext cx="6953249" cy="3842705"/>
          </a:xfrm>
          <a:prstGeom prst="rect">
            <a:avLst/>
          </a:prstGeom>
        </p:spPr>
      </p:pic>
    </p:spTree>
    <p:extLst>
      <p:ext uri="{BB962C8B-B14F-4D97-AF65-F5344CB8AC3E}">
        <p14:creationId xmlns:p14="http://schemas.microsoft.com/office/powerpoint/2010/main" val="120284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heel(1)">
                                      <p:cBhvr>
                                        <p:cTn id="7" dur="20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2" name="ZoneTexte 1"/>
          <p:cNvSpPr txBox="1"/>
          <p:nvPr/>
        </p:nvSpPr>
        <p:spPr>
          <a:xfrm>
            <a:off x="1978202" y="967372"/>
            <a:ext cx="6060898" cy="584775"/>
          </a:xfrm>
          <a:prstGeom prst="rect">
            <a:avLst/>
          </a:prstGeom>
          <a:noFill/>
        </p:spPr>
        <p:txBody>
          <a:bodyPr wrap="square" rtlCol="0">
            <a:spAutoFit/>
          </a:bodyPr>
          <a:lstStyle/>
          <a:p>
            <a:r>
              <a:rPr lang="fr-FR" sz="3200" b="1" dirty="0" smtClean="0">
                <a:solidFill>
                  <a:schemeClr val="accent1">
                    <a:lumMod val="75000"/>
                  </a:schemeClr>
                </a:solidFill>
                <a:latin typeface="Poppins" panose="00000500000000000000"/>
              </a:rPr>
              <a:t>Présentation de l’ARATO</a:t>
            </a:r>
            <a:endParaRPr lang="en-US" sz="3200" b="1" dirty="0">
              <a:solidFill>
                <a:schemeClr val="accent1">
                  <a:lumMod val="75000"/>
                </a:schemeClr>
              </a:solidFill>
              <a:latin typeface="Poppins" panose="00000500000000000000"/>
            </a:endParaRPr>
          </a:p>
        </p:txBody>
      </p:sp>
      <p:cxnSp>
        <p:nvCxnSpPr>
          <p:cNvPr id="4" name="Connecteur droit 3"/>
          <p:cNvCxnSpPr/>
          <p:nvPr/>
        </p:nvCxnSpPr>
        <p:spPr>
          <a:xfrm>
            <a:off x="1995227" y="1552147"/>
            <a:ext cx="5660916"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8" name="Google Shape;8832;p68"/>
          <p:cNvGrpSpPr/>
          <p:nvPr/>
        </p:nvGrpSpPr>
        <p:grpSpPr>
          <a:xfrm>
            <a:off x="489028" y="4068867"/>
            <a:ext cx="592568" cy="815111"/>
            <a:chOff x="1516475" y="238075"/>
            <a:chExt cx="424650" cy="483175"/>
          </a:xfrm>
        </p:grpSpPr>
        <p:sp>
          <p:nvSpPr>
            <p:cNvPr id="39" name="Google Shape;8833;p68"/>
            <p:cNvSpPr/>
            <p:nvPr/>
          </p:nvSpPr>
          <p:spPr>
            <a:xfrm>
              <a:off x="1516475" y="238075"/>
              <a:ext cx="424650" cy="483175"/>
            </a:xfrm>
            <a:custGeom>
              <a:avLst/>
              <a:gdLst/>
              <a:ahLst/>
              <a:cxnLst/>
              <a:rect l="l" t="t" r="r" b="b"/>
              <a:pathLst>
                <a:path w="16986" h="19327" extrusionOk="0">
                  <a:moveTo>
                    <a:pt x="8491" y="1134"/>
                  </a:moveTo>
                  <a:cubicBezTo>
                    <a:pt x="11302" y="1134"/>
                    <a:pt x="13588" y="3438"/>
                    <a:pt x="13588" y="6267"/>
                  </a:cubicBezTo>
                  <a:cubicBezTo>
                    <a:pt x="13588" y="7318"/>
                    <a:pt x="13262" y="8342"/>
                    <a:pt x="12655" y="9199"/>
                  </a:cubicBezTo>
                  <a:cubicBezTo>
                    <a:pt x="12625" y="9242"/>
                    <a:pt x="12604" y="9272"/>
                    <a:pt x="12595" y="9284"/>
                  </a:cubicBezTo>
                  <a:lnTo>
                    <a:pt x="8491" y="15724"/>
                  </a:lnTo>
                  <a:lnTo>
                    <a:pt x="4388" y="9287"/>
                  </a:lnTo>
                  <a:cubicBezTo>
                    <a:pt x="4382" y="9275"/>
                    <a:pt x="4373" y="9266"/>
                    <a:pt x="4367" y="9257"/>
                  </a:cubicBezTo>
                  <a:cubicBezTo>
                    <a:pt x="4249" y="9091"/>
                    <a:pt x="4140" y="8921"/>
                    <a:pt x="4041" y="8743"/>
                  </a:cubicBezTo>
                  <a:cubicBezTo>
                    <a:pt x="3618" y="7985"/>
                    <a:pt x="3398" y="7134"/>
                    <a:pt x="3398" y="6267"/>
                  </a:cubicBezTo>
                  <a:cubicBezTo>
                    <a:pt x="3398" y="6174"/>
                    <a:pt x="3398" y="6080"/>
                    <a:pt x="3404" y="5990"/>
                  </a:cubicBezTo>
                  <a:cubicBezTo>
                    <a:pt x="3552" y="3266"/>
                    <a:pt x="5786" y="1134"/>
                    <a:pt x="8491" y="1134"/>
                  </a:cubicBezTo>
                  <a:close/>
                  <a:moveTo>
                    <a:pt x="11049" y="13819"/>
                  </a:moveTo>
                  <a:cubicBezTo>
                    <a:pt x="14358" y="14233"/>
                    <a:pt x="15853" y="15289"/>
                    <a:pt x="15853" y="15930"/>
                  </a:cubicBezTo>
                  <a:cubicBezTo>
                    <a:pt x="15853" y="16304"/>
                    <a:pt x="15339" y="16887"/>
                    <a:pt x="13905" y="17397"/>
                  </a:cubicBezTo>
                  <a:cubicBezTo>
                    <a:pt x="12471" y="17910"/>
                    <a:pt x="10545" y="18194"/>
                    <a:pt x="8491" y="18194"/>
                  </a:cubicBezTo>
                  <a:cubicBezTo>
                    <a:pt x="6438" y="18194"/>
                    <a:pt x="4515" y="17910"/>
                    <a:pt x="3077" y="17397"/>
                  </a:cubicBezTo>
                  <a:cubicBezTo>
                    <a:pt x="1640" y="16884"/>
                    <a:pt x="1133" y="16304"/>
                    <a:pt x="1133" y="15930"/>
                  </a:cubicBezTo>
                  <a:cubicBezTo>
                    <a:pt x="1133" y="15289"/>
                    <a:pt x="2625" y="14233"/>
                    <a:pt x="5934" y="13819"/>
                  </a:cubicBezTo>
                  <a:lnTo>
                    <a:pt x="8014" y="17083"/>
                  </a:lnTo>
                  <a:cubicBezTo>
                    <a:pt x="8126" y="17258"/>
                    <a:pt x="8309" y="17346"/>
                    <a:pt x="8491" y="17346"/>
                  </a:cubicBezTo>
                  <a:cubicBezTo>
                    <a:pt x="8674" y="17346"/>
                    <a:pt x="8857" y="17258"/>
                    <a:pt x="8968" y="17083"/>
                  </a:cubicBezTo>
                  <a:lnTo>
                    <a:pt x="11049" y="13819"/>
                  </a:lnTo>
                  <a:close/>
                  <a:moveTo>
                    <a:pt x="8494" y="1"/>
                  </a:moveTo>
                  <a:cubicBezTo>
                    <a:pt x="6947" y="1"/>
                    <a:pt x="5399" y="578"/>
                    <a:pt x="4201" y="1738"/>
                  </a:cubicBezTo>
                  <a:cubicBezTo>
                    <a:pt x="3050" y="2837"/>
                    <a:pt x="2359" y="4338"/>
                    <a:pt x="2274" y="5929"/>
                  </a:cubicBezTo>
                  <a:cubicBezTo>
                    <a:pt x="2268" y="6041"/>
                    <a:pt x="2265" y="6156"/>
                    <a:pt x="2265" y="6267"/>
                  </a:cubicBezTo>
                  <a:cubicBezTo>
                    <a:pt x="2265" y="7327"/>
                    <a:pt x="2534" y="8372"/>
                    <a:pt x="3050" y="9296"/>
                  </a:cubicBezTo>
                  <a:cubicBezTo>
                    <a:pt x="3168" y="9507"/>
                    <a:pt x="3301" y="9713"/>
                    <a:pt x="3440" y="9909"/>
                  </a:cubicBezTo>
                  <a:lnTo>
                    <a:pt x="5267" y="12771"/>
                  </a:lnTo>
                  <a:cubicBezTo>
                    <a:pt x="3953" y="12971"/>
                    <a:pt x="2809" y="13294"/>
                    <a:pt x="1921" y="13713"/>
                  </a:cubicBezTo>
                  <a:cubicBezTo>
                    <a:pt x="333" y="14465"/>
                    <a:pt x="1" y="15332"/>
                    <a:pt x="1" y="15930"/>
                  </a:cubicBezTo>
                  <a:cubicBezTo>
                    <a:pt x="1" y="16648"/>
                    <a:pt x="469" y="17669"/>
                    <a:pt x="2697" y="18466"/>
                  </a:cubicBezTo>
                  <a:cubicBezTo>
                    <a:pt x="4252" y="19022"/>
                    <a:pt x="6311" y="19326"/>
                    <a:pt x="8491" y="19326"/>
                  </a:cubicBezTo>
                  <a:cubicBezTo>
                    <a:pt x="10671" y="19326"/>
                    <a:pt x="12731" y="19022"/>
                    <a:pt x="14286" y="18466"/>
                  </a:cubicBezTo>
                  <a:cubicBezTo>
                    <a:pt x="16514" y="17669"/>
                    <a:pt x="16985" y="16648"/>
                    <a:pt x="16985" y="15930"/>
                  </a:cubicBezTo>
                  <a:cubicBezTo>
                    <a:pt x="16985" y="15332"/>
                    <a:pt x="16650" y="14465"/>
                    <a:pt x="15062" y="13713"/>
                  </a:cubicBezTo>
                  <a:cubicBezTo>
                    <a:pt x="14174" y="13294"/>
                    <a:pt x="13030" y="12971"/>
                    <a:pt x="11716" y="12768"/>
                  </a:cubicBezTo>
                  <a:lnTo>
                    <a:pt x="13549" y="9897"/>
                  </a:lnTo>
                  <a:lnTo>
                    <a:pt x="13561" y="9879"/>
                  </a:lnTo>
                  <a:cubicBezTo>
                    <a:pt x="13567" y="9873"/>
                    <a:pt x="13570" y="9867"/>
                    <a:pt x="13576" y="9861"/>
                  </a:cubicBezTo>
                  <a:cubicBezTo>
                    <a:pt x="15327" y="7382"/>
                    <a:pt x="15041" y="3997"/>
                    <a:pt x="12897" y="1847"/>
                  </a:cubicBezTo>
                  <a:cubicBezTo>
                    <a:pt x="11689" y="618"/>
                    <a:pt x="10092" y="1"/>
                    <a:pt x="84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0" name="Google Shape;8834;p68"/>
            <p:cNvSpPr/>
            <p:nvPr/>
          </p:nvSpPr>
          <p:spPr>
            <a:xfrm>
              <a:off x="1652425" y="324000"/>
              <a:ext cx="147150" cy="141575"/>
            </a:xfrm>
            <a:custGeom>
              <a:avLst/>
              <a:gdLst/>
              <a:ahLst/>
              <a:cxnLst/>
              <a:rect l="l" t="t" r="r" b="b"/>
              <a:pathLst>
                <a:path w="5886" h="5663" extrusionOk="0">
                  <a:moveTo>
                    <a:pt x="3054" y="1131"/>
                  </a:moveTo>
                  <a:cubicBezTo>
                    <a:pt x="3495" y="1131"/>
                    <a:pt x="3930" y="1303"/>
                    <a:pt x="4255" y="1629"/>
                  </a:cubicBezTo>
                  <a:cubicBezTo>
                    <a:pt x="4741" y="2115"/>
                    <a:pt x="4886" y="2845"/>
                    <a:pt x="4623" y="3480"/>
                  </a:cubicBezTo>
                  <a:cubicBezTo>
                    <a:pt x="4361" y="4114"/>
                    <a:pt x="3742" y="4530"/>
                    <a:pt x="3053" y="4530"/>
                  </a:cubicBezTo>
                  <a:cubicBezTo>
                    <a:pt x="2114" y="4527"/>
                    <a:pt x="1356" y="3769"/>
                    <a:pt x="1356" y="2830"/>
                  </a:cubicBezTo>
                  <a:cubicBezTo>
                    <a:pt x="1356" y="2142"/>
                    <a:pt x="1770" y="1523"/>
                    <a:pt x="2404" y="1260"/>
                  </a:cubicBezTo>
                  <a:cubicBezTo>
                    <a:pt x="2614" y="1173"/>
                    <a:pt x="2835" y="1131"/>
                    <a:pt x="3054" y="1131"/>
                  </a:cubicBezTo>
                  <a:close/>
                  <a:moveTo>
                    <a:pt x="3053" y="0"/>
                  </a:moveTo>
                  <a:cubicBezTo>
                    <a:pt x="2316" y="0"/>
                    <a:pt x="1593" y="287"/>
                    <a:pt x="1051" y="828"/>
                  </a:cubicBezTo>
                  <a:cubicBezTo>
                    <a:pt x="242" y="1638"/>
                    <a:pt x="1" y="2855"/>
                    <a:pt x="439" y="3914"/>
                  </a:cubicBezTo>
                  <a:cubicBezTo>
                    <a:pt x="876" y="4971"/>
                    <a:pt x="1909" y="5663"/>
                    <a:pt x="3053" y="5663"/>
                  </a:cubicBezTo>
                  <a:cubicBezTo>
                    <a:pt x="4617" y="5660"/>
                    <a:pt x="5883" y="4394"/>
                    <a:pt x="5886" y="2830"/>
                  </a:cubicBezTo>
                  <a:cubicBezTo>
                    <a:pt x="5886" y="1686"/>
                    <a:pt x="5194" y="653"/>
                    <a:pt x="4137" y="216"/>
                  </a:cubicBezTo>
                  <a:cubicBezTo>
                    <a:pt x="3786" y="70"/>
                    <a:pt x="3418" y="0"/>
                    <a:pt x="305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6" name="Google Shape;9486;p70"/>
          <p:cNvGrpSpPr/>
          <p:nvPr/>
        </p:nvGrpSpPr>
        <p:grpSpPr>
          <a:xfrm>
            <a:off x="326912" y="2280005"/>
            <a:ext cx="754684" cy="632446"/>
            <a:chOff x="-59481900" y="2290800"/>
            <a:chExt cx="319000" cy="309550"/>
          </a:xfrm>
        </p:grpSpPr>
        <p:sp>
          <p:nvSpPr>
            <p:cNvPr id="47" name="Google Shape;9487;p70"/>
            <p:cNvSpPr/>
            <p:nvPr/>
          </p:nvSpPr>
          <p:spPr>
            <a:xfrm>
              <a:off x="-59481900" y="2290800"/>
              <a:ext cx="319000" cy="309550"/>
            </a:xfrm>
            <a:custGeom>
              <a:avLst/>
              <a:gdLst/>
              <a:ahLst/>
              <a:cxnLst/>
              <a:rect l="l" t="t" r="r" b="b"/>
              <a:pathLst>
                <a:path w="12760" h="12382" extrusionOk="0">
                  <a:moveTo>
                    <a:pt x="6427" y="851"/>
                  </a:moveTo>
                  <a:cubicBezTo>
                    <a:pt x="6900" y="851"/>
                    <a:pt x="7247" y="1197"/>
                    <a:pt x="7247" y="1670"/>
                  </a:cubicBezTo>
                  <a:lnTo>
                    <a:pt x="7247" y="4159"/>
                  </a:lnTo>
                  <a:lnTo>
                    <a:pt x="5608" y="4159"/>
                  </a:lnTo>
                  <a:lnTo>
                    <a:pt x="5608" y="1670"/>
                  </a:lnTo>
                  <a:cubicBezTo>
                    <a:pt x="5608" y="1197"/>
                    <a:pt x="5955" y="851"/>
                    <a:pt x="6427" y="851"/>
                  </a:cubicBezTo>
                  <a:close/>
                  <a:moveTo>
                    <a:pt x="11594" y="3308"/>
                  </a:moveTo>
                  <a:cubicBezTo>
                    <a:pt x="11846" y="3308"/>
                    <a:pt x="12004" y="3529"/>
                    <a:pt x="12004" y="3749"/>
                  </a:cubicBezTo>
                  <a:lnTo>
                    <a:pt x="12004" y="11185"/>
                  </a:lnTo>
                  <a:lnTo>
                    <a:pt x="11941" y="11185"/>
                  </a:lnTo>
                  <a:cubicBezTo>
                    <a:pt x="11941" y="11437"/>
                    <a:pt x="11752" y="11594"/>
                    <a:pt x="11563" y="11594"/>
                  </a:cubicBezTo>
                  <a:lnTo>
                    <a:pt x="1355" y="11594"/>
                  </a:lnTo>
                  <a:cubicBezTo>
                    <a:pt x="1103" y="11594"/>
                    <a:pt x="914" y="11405"/>
                    <a:pt x="914" y="11185"/>
                  </a:cubicBezTo>
                  <a:lnTo>
                    <a:pt x="914" y="3749"/>
                  </a:lnTo>
                  <a:cubicBezTo>
                    <a:pt x="914" y="3529"/>
                    <a:pt x="1103" y="3308"/>
                    <a:pt x="1355" y="3308"/>
                  </a:cubicBezTo>
                  <a:lnTo>
                    <a:pt x="4821" y="3308"/>
                  </a:lnTo>
                  <a:lnTo>
                    <a:pt x="4821" y="4568"/>
                  </a:lnTo>
                  <a:cubicBezTo>
                    <a:pt x="4821" y="4821"/>
                    <a:pt x="5010" y="5010"/>
                    <a:pt x="5199" y="5010"/>
                  </a:cubicBezTo>
                  <a:lnTo>
                    <a:pt x="7688" y="5010"/>
                  </a:lnTo>
                  <a:cubicBezTo>
                    <a:pt x="7940" y="5010"/>
                    <a:pt x="8129" y="4821"/>
                    <a:pt x="8129" y="4568"/>
                  </a:cubicBezTo>
                  <a:lnTo>
                    <a:pt x="8129" y="3308"/>
                  </a:lnTo>
                  <a:close/>
                  <a:moveTo>
                    <a:pt x="6396" y="0"/>
                  </a:moveTo>
                  <a:cubicBezTo>
                    <a:pt x="5482" y="0"/>
                    <a:pt x="4726" y="756"/>
                    <a:pt x="4726" y="1670"/>
                  </a:cubicBezTo>
                  <a:lnTo>
                    <a:pt x="4726" y="2489"/>
                  </a:lnTo>
                  <a:lnTo>
                    <a:pt x="1261" y="2489"/>
                  </a:lnTo>
                  <a:cubicBezTo>
                    <a:pt x="599" y="2489"/>
                    <a:pt x="0" y="3056"/>
                    <a:pt x="0" y="3718"/>
                  </a:cubicBezTo>
                  <a:lnTo>
                    <a:pt x="0" y="11153"/>
                  </a:lnTo>
                  <a:cubicBezTo>
                    <a:pt x="0" y="11815"/>
                    <a:pt x="568" y="12382"/>
                    <a:pt x="1261" y="12382"/>
                  </a:cubicBezTo>
                  <a:lnTo>
                    <a:pt x="11468" y="12382"/>
                  </a:lnTo>
                  <a:cubicBezTo>
                    <a:pt x="12130" y="12382"/>
                    <a:pt x="12697" y="11815"/>
                    <a:pt x="12697" y="11153"/>
                  </a:cubicBezTo>
                  <a:lnTo>
                    <a:pt x="12697" y="3749"/>
                  </a:lnTo>
                  <a:cubicBezTo>
                    <a:pt x="12760" y="3025"/>
                    <a:pt x="12193" y="2489"/>
                    <a:pt x="11500" y="2489"/>
                  </a:cubicBezTo>
                  <a:lnTo>
                    <a:pt x="8034" y="2489"/>
                  </a:lnTo>
                  <a:lnTo>
                    <a:pt x="8034" y="1670"/>
                  </a:lnTo>
                  <a:cubicBezTo>
                    <a:pt x="8034" y="756"/>
                    <a:pt x="7310" y="0"/>
                    <a:pt x="6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9488;p70"/>
            <p:cNvSpPr/>
            <p:nvPr/>
          </p:nvSpPr>
          <p:spPr>
            <a:xfrm>
              <a:off x="-59287350" y="2456200"/>
              <a:ext cx="83500" cy="21275"/>
            </a:xfrm>
            <a:custGeom>
              <a:avLst/>
              <a:gdLst/>
              <a:ahLst/>
              <a:cxnLst/>
              <a:rect l="l" t="t" r="r" b="b"/>
              <a:pathLst>
                <a:path w="3340" h="851" extrusionOk="0">
                  <a:moveTo>
                    <a:pt x="410" y="0"/>
                  </a:moveTo>
                  <a:cubicBezTo>
                    <a:pt x="189" y="0"/>
                    <a:pt x="0" y="221"/>
                    <a:pt x="0" y="441"/>
                  </a:cubicBezTo>
                  <a:cubicBezTo>
                    <a:pt x="0" y="693"/>
                    <a:pt x="189" y="851"/>
                    <a:pt x="410" y="851"/>
                  </a:cubicBezTo>
                  <a:lnTo>
                    <a:pt x="2899" y="851"/>
                  </a:lnTo>
                  <a:cubicBezTo>
                    <a:pt x="3151" y="851"/>
                    <a:pt x="3308" y="630"/>
                    <a:pt x="3308" y="441"/>
                  </a:cubicBezTo>
                  <a:cubicBezTo>
                    <a:pt x="3340" y="221"/>
                    <a:pt x="3151" y="0"/>
                    <a:pt x="28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9489;p70"/>
            <p:cNvSpPr/>
            <p:nvPr/>
          </p:nvSpPr>
          <p:spPr>
            <a:xfrm>
              <a:off x="-59287350" y="2497950"/>
              <a:ext cx="83500" cy="21275"/>
            </a:xfrm>
            <a:custGeom>
              <a:avLst/>
              <a:gdLst/>
              <a:ahLst/>
              <a:cxnLst/>
              <a:rect l="l" t="t" r="r" b="b"/>
              <a:pathLst>
                <a:path w="3340" h="851" extrusionOk="0">
                  <a:moveTo>
                    <a:pt x="410" y="0"/>
                  </a:moveTo>
                  <a:cubicBezTo>
                    <a:pt x="189" y="0"/>
                    <a:pt x="0" y="189"/>
                    <a:pt x="0" y="441"/>
                  </a:cubicBezTo>
                  <a:cubicBezTo>
                    <a:pt x="0" y="662"/>
                    <a:pt x="189" y="851"/>
                    <a:pt x="410" y="851"/>
                  </a:cubicBezTo>
                  <a:lnTo>
                    <a:pt x="2899" y="851"/>
                  </a:lnTo>
                  <a:cubicBezTo>
                    <a:pt x="3151" y="851"/>
                    <a:pt x="3308" y="662"/>
                    <a:pt x="3308" y="441"/>
                  </a:cubicBezTo>
                  <a:cubicBezTo>
                    <a:pt x="3340" y="189"/>
                    <a:pt x="3151" y="0"/>
                    <a:pt x="28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9490;p70"/>
            <p:cNvSpPr/>
            <p:nvPr/>
          </p:nvSpPr>
          <p:spPr>
            <a:xfrm>
              <a:off x="-59287350" y="2538900"/>
              <a:ext cx="82700" cy="22075"/>
            </a:xfrm>
            <a:custGeom>
              <a:avLst/>
              <a:gdLst/>
              <a:ahLst/>
              <a:cxnLst/>
              <a:rect l="l" t="t" r="r" b="b"/>
              <a:pathLst>
                <a:path w="3308" h="883" extrusionOk="0">
                  <a:moveTo>
                    <a:pt x="410" y="0"/>
                  </a:moveTo>
                  <a:cubicBezTo>
                    <a:pt x="189" y="0"/>
                    <a:pt x="0" y="221"/>
                    <a:pt x="0" y="441"/>
                  </a:cubicBezTo>
                  <a:cubicBezTo>
                    <a:pt x="0" y="662"/>
                    <a:pt x="189" y="882"/>
                    <a:pt x="410" y="882"/>
                  </a:cubicBezTo>
                  <a:lnTo>
                    <a:pt x="2899" y="882"/>
                  </a:lnTo>
                  <a:cubicBezTo>
                    <a:pt x="3151" y="882"/>
                    <a:pt x="3308" y="662"/>
                    <a:pt x="3308" y="441"/>
                  </a:cubicBezTo>
                  <a:cubicBezTo>
                    <a:pt x="3308" y="221"/>
                    <a:pt x="3151" y="0"/>
                    <a:pt x="28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9491;p70"/>
            <p:cNvSpPr/>
            <p:nvPr/>
          </p:nvSpPr>
          <p:spPr>
            <a:xfrm>
              <a:off x="-59439375" y="2425425"/>
              <a:ext cx="125250" cy="134750"/>
            </a:xfrm>
            <a:custGeom>
              <a:avLst/>
              <a:gdLst/>
              <a:ahLst/>
              <a:cxnLst/>
              <a:rect l="l" t="t" r="r" b="b"/>
              <a:pathLst>
                <a:path w="5010" h="5390" extrusionOk="0">
                  <a:moveTo>
                    <a:pt x="2518" y="855"/>
                  </a:moveTo>
                  <a:cubicBezTo>
                    <a:pt x="2722" y="855"/>
                    <a:pt x="2928" y="925"/>
                    <a:pt x="3088" y="1074"/>
                  </a:cubicBezTo>
                  <a:cubicBezTo>
                    <a:pt x="3277" y="1294"/>
                    <a:pt x="3340" y="1609"/>
                    <a:pt x="3277" y="1924"/>
                  </a:cubicBezTo>
                  <a:cubicBezTo>
                    <a:pt x="3183" y="2176"/>
                    <a:pt x="2994" y="2428"/>
                    <a:pt x="2710" y="2460"/>
                  </a:cubicBezTo>
                  <a:cubicBezTo>
                    <a:pt x="2626" y="2485"/>
                    <a:pt x="2546" y="2497"/>
                    <a:pt x="2469" y="2497"/>
                  </a:cubicBezTo>
                  <a:cubicBezTo>
                    <a:pt x="2260" y="2497"/>
                    <a:pt x="2076" y="2409"/>
                    <a:pt x="1891" y="2271"/>
                  </a:cubicBezTo>
                  <a:cubicBezTo>
                    <a:pt x="1702" y="2019"/>
                    <a:pt x="1607" y="1704"/>
                    <a:pt x="1702" y="1452"/>
                  </a:cubicBezTo>
                  <a:cubicBezTo>
                    <a:pt x="1802" y="1070"/>
                    <a:pt x="2158" y="855"/>
                    <a:pt x="2518" y="855"/>
                  </a:cubicBezTo>
                  <a:close/>
                  <a:moveTo>
                    <a:pt x="2521" y="3342"/>
                  </a:moveTo>
                  <a:cubicBezTo>
                    <a:pt x="3309" y="3342"/>
                    <a:pt x="3939" y="3846"/>
                    <a:pt x="4159" y="4539"/>
                  </a:cubicBezTo>
                  <a:lnTo>
                    <a:pt x="914" y="4539"/>
                  </a:lnTo>
                  <a:cubicBezTo>
                    <a:pt x="1103" y="3846"/>
                    <a:pt x="1733" y="3342"/>
                    <a:pt x="2521" y="3342"/>
                  </a:cubicBezTo>
                  <a:close/>
                  <a:moveTo>
                    <a:pt x="2473" y="0"/>
                  </a:moveTo>
                  <a:cubicBezTo>
                    <a:pt x="1781" y="0"/>
                    <a:pt x="1110" y="436"/>
                    <a:pt x="914" y="1200"/>
                  </a:cubicBezTo>
                  <a:cubicBezTo>
                    <a:pt x="757" y="1798"/>
                    <a:pt x="914" y="2334"/>
                    <a:pt x="1292" y="2775"/>
                  </a:cubicBezTo>
                  <a:cubicBezTo>
                    <a:pt x="568" y="3216"/>
                    <a:pt x="1" y="4004"/>
                    <a:pt x="1" y="4949"/>
                  </a:cubicBezTo>
                  <a:cubicBezTo>
                    <a:pt x="1" y="5169"/>
                    <a:pt x="190" y="5390"/>
                    <a:pt x="410" y="5390"/>
                  </a:cubicBezTo>
                  <a:lnTo>
                    <a:pt x="4537" y="5390"/>
                  </a:lnTo>
                  <a:cubicBezTo>
                    <a:pt x="4758" y="5390"/>
                    <a:pt x="4978" y="5169"/>
                    <a:pt x="4978" y="4949"/>
                  </a:cubicBezTo>
                  <a:cubicBezTo>
                    <a:pt x="5010" y="4035"/>
                    <a:pt x="4506" y="3216"/>
                    <a:pt x="3718" y="2807"/>
                  </a:cubicBezTo>
                  <a:cubicBezTo>
                    <a:pt x="3907" y="2618"/>
                    <a:pt x="4033" y="2397"/>
                    <a:pt x="4096" y="2113"/>
                  </a:cubicBezTo>
                  <a:cubicBezTo>
                    <a:pt x="4254" y="1515"/>
                    <a:pt x="4096" y="916"/>
                    <a:pt x="3655" y="507"/>
                  </a:cubicBezTo>
                  <a:cubicBezTo>
                    <a:pt x="3322" y="161"/>
                    <a:pt x="2894" y="0"/>
                    <a:pt x="24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9492;p70"/>
            <p:cNvSpPr/>
            <p:nvPr/>
          </p:nvSpPr>
          <p:spPr>
            <a:xfrm>
              <a:off x="-59327525" y="2325450"/>
              <a:ext cx="13400" cy="13425"/>
            </a:xfrm>
            <a:custGeom>
              <a:avLst/>
              <a:gdLst/>
              <a:ahLst/>
              <a:cxnLst/>
              <a:rect l="l" t="t" r="r" b="b"/>
              <a:pathLst>
                <a:path w="536" h="537" extrusionOk="0">
                  <a:moveTo>
                    <a:pt x="252" y="1"/>
                  </a:moveTo>
                  <a:cubicBezTo>
                    <a:pt x="95" y="1"/>
                    <a:pt x="0" y="127"/>
                    <a:pt x="0" y="284"/>
                  </a:cubicBezTo>
                  <a:cubicBezTo>
                    <a:pt x="0" y="442"/>
                    <a:pt x="95" y="536"/>
                    <a:pt x="252" y="536"/>
                  </a:cubicBezTo>
                  <a:cubicBezTo>
                    <a:pt x="410" y="536"/>
                    <a:pt x="536" y="442"/>
                    <a:pt x="536" y="284"/>
                  </a:cubicBezTo>
                  <a:cubicBezTo>
                    <a:pt x="536" y="127"/>
                    <a:pt x="410" y="1"/>
                    <a:pt x="2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 name="ZoneTexte 52"/>
          <p:cNvSpPr txBox="1"/>
          <p:nvPr/>
        </p:nvSpPr>
        <p:spPr>
          <a:xfrm>
            <a:off x="1324085" y="2036060"/>
            <a:ext cx="5160387" cy="1277273"/>
          </a:xfrm>
          <a:prstGeom prst="rect">
            <a:avLst/>
          </a:prstGeom>
          <a:noFill/>
        </p:spPr>
        <p:txBody>
          <a:bodyPr wrap="none" rtlCol="0">
            <a:spAutoFit/>
          </a:bodyPr>
          <a:lstStyle/>
          <a:p>
            <a:r>
              <a:rPr lang="fr-FR" sz="2300" b="1" dirty="0" smtClean="0">
                <a:solidFill>
                  <a:schemeClr val="accent1">
                    <a:lumMod val="75000"/>
                  </a:schemeClr>
                </a:solidFill>
                <a:latin typeface="Poppins" panose="00000500000000000000"/>
              </a:rPr>
              <a:t>Information</a:t>
            </a:r>
          </a:p>
          <a:p>
            <a:pPr marL="285750" indent="247650">
              <a:buFont typeface="Wingdings" panose="05000000000000000000" pitchFamily="2" charset="2"/>
              <a:buChar char="§"/>
            </a:pPr>
            <a:r>
              <a:rPr lang="fr-FR" b="1" dirty="0" smtClean="0">
                <a:latin typeface="Poppins" panose="00000500000000000000"/>
              </a:rPr>
              <a:t>Crée en 2018</a:t>
            </a:r>
          </a:p>
          <a:p>
            <a:pPr marL="285750" indent="247650">
              <a:buFont typeface="Wingdings" panose="05000000000000000000" pitchFamily="2" charset="2"/>
              <a:buChar char="§"/>
            </a:pPr>
            <a:r>
              <a:rPr lang="fr-FR" b="1" dirty="0" smtClean="0">
                <a:latin typeface="Poppins" panose="00000500000000000000"/>
              </a:rPr>
              <a:t>Crée par Julia RATOVONDRAHONA et</a:t>
            </a:r>
          </a:p>
          <a:p>
            <a:pPr marL="285750"/>
            <a:r>
              <a:rPr lang="fr-FR" b="1" dirty="0" smtClean="0">
                <a:latin typeface="Poppins" panose="00000500000000000000"/>
              </a:rPr>
              <a:t>              Josué RATOVONDRAHONA</a:t>
            </a:r>
            <a:endParaRPr lang="en-US" b="1" dirty="0">
              <a:latin typeface="Poppins" panose="00000500000000000000"/>
            </a:endParaRPr>
          </a:p>
        </p:txBody>
      </p:sp>
      <p:sp>
        <p:nvSpPr>
          <p:cNvPr id="55" name="ZoneTexte 54"/>
          <p:cNvSpPr txBox="1"/>
          <p:nvPr/>
        </p:nvSpPr>
        <p:spPr>
          <a:xfrm>
            <a:off x="1324085" y="3699287"/>
            <a:ext cx="8670963" cy="1554272"/>
          </a:xfrm>
          <a:prstGeom prst="rect">
            <a:avLst/>
          </a:prstGeom>
          <a:noFill/>
        </p:spPr>
        <p:txBody>
          <a:bodyPr wrap="none" rtlCol="0">
            <a:spAutoFit/>
          </a:bodyPr>
          <a:lstStyle/>
          <a:p>
            <a:r>
              <a:rPr lang="fr-FR" sz="2300" b="1" dirty="0" smtClean="0">
                <a:solidFill>
                  <a:schemeClr val="accent1">
                    <a:lumMod val="75000"/>
                  </a:schemeClr>
                </a:solidFill>
                <a:latin typeface="Poppins" panose="00000500000000000000"/>
              </a:rPr>
              <a:t>Localisation &amp; Contact</a:t>
            </a:r>
          </a:p>
          <a:p>
            <a:pPr marL="895350" indent="-266700">
              <a:buFont typeface="Wingdings" panose="05000000000000000000" pitchFamily="2" charset="2"/>
              <a:buChar char="§"/>
            </a:pPr>
            <a:r>
              <a:rPr lang="fr-FR" b="1" dirty="0" smtClean="0">
                <a:latin typeface="Poppins" panose="00000500000000000000"/>
              </a:rPr>
              <a:t>Lot 00 28 SS 3608 à Sahalava (Bâtiment Ex WisdomSchool)</a:t>
            </a:r>
          </a:p>
          <a:p>
            <a:pPr marL="895350" indent="-266700">
              <a:buFont typeface="Wingdings" panose="05000000000000000000" pitchFamily="2" charset="2"/>
              <a:buChar char="§"/>
            </a:pPr>
            <a:r>
              <a:rPr lang="fr-FR" b="1" dirty="0" smtClean="0">
                <a:latin typeface="Poppins" panose="00000500000000000000"/>
              </a:rPr>
              <a:t>+261 34 98 816 19 - +261 34 10 058 68</a:t>
            </a:r>
          </a:p>
          <a:p>
            <a:pPr marL="895350" indent="-266700">
              <a:buFont typeface="Wingdings" panose="05000000000000000000" pitchFamily="2" charset="2"/>
              <a:buChar char="§"/>
            </a:pPr>
            <a:r>
              <a:rPr lang="en-US" u="sng" dirty="0" smtClean="0">
                <a:latin typeface="Poppins" panose="00000500000000000000"/>
                <a:hlinkClick r:id="rId4"/>
              </a:rPr>
              <a:t>contact@arato.mg</a:t>
            </a:r>
            <a:endParaRPr lang="en-US" u="sng" dirty="0" smtClean="0">
              <a:latin typeface="Poppins" panose="00000500000000000000"/>
            </a:endParaRPr>
          </a:p>
          <a:p>
            <a:pPr marL="895350" indent="-266700">
              <a:buFont typeface="Wingdings" panose="05000000000000000000" pitchFamily="2" charset="2"/>
              <a:buChar char="§"/>
            </a:pPr>
            <a:r>
              <a:rPr lang="en-US" u="sng" dirty="0">
                <a:latin typeface="Poppins" panose="00000500000000000000"/>
                <a:hlinkClick r:id="rId5"/>
              </a:rPr>
              <a:t>www.arato.mg</a:t>
            </a:r>
            <a:endParaRPr lang="en-US" b="1" dirty="0">
              <a:latin typeface="Poppins" panose="00000500000000000000"/>
            </a:endParaRPr>
          </a:p>
        </p:txBody>
      </p:sp>
      <p:pic>
        <p:nvPicPr>
          <p:cNvPr id="24" name="Image 23">
            <a:extLst>
              <a:ext uri="{FF2B5EF4-FFF2-40B4-BE49-F238E27FC236}">
                <a16:creationId xmlns:a16="http://schemas.microsoft.com/office/drawing/2014/main" id="{A3CF46BA-0057-CA3C-5E69-141DE23A178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63026" y="613824"/>
            <a:ext cx="1439598" cy="1077519"/>
          </a:xfrm>
          <a:prstGeom prst="rect">
            <a:avLst/>
          </a:prstGeom>
          <a:noFill/>
          <a:ln>
            <a:noFill/>
          </a:ln>
          <a:effectLst>
            <a:outerShdw blurRad="139700" sx="106000" sy="106000" algn="ctr" rotWithShape="0">
              <a:srgbClr val="000000">
                <a:alpha val="55000"/>
              </a:srgbClr>
            </a:outerShdw>
          </a:effectLst>
        </p:spPr>
      </p:pic>
      <p:grpSp>
        <p:nvGrpSpPr>
          <p:cNvPr id="25" name="Google Shape;9068;p68"/>
          <p:cNvGrpSpPr/>
          <p:nvPr/>
        </p:nvGrpSpPr>
        <p:grpSpPr>
          <a:xfrm>
            <a:off x="5867680" y="2167335"/>
            <a:ext cx="670164" cy="916763"/>
            <a:chOff x="890400" y="4399350"/>
            <a:chExt cx="486600" cy="483150"/>
          </a:xfrm>
        </p:grpSpPr>
        <p:sp>
          <p:nvSpPr>
            <p:cNvPr id="26" name="Google Shape;9069;p68"/>
            <p:cNvSpPr/>
            <p:nvPr/>
          </p:nvSpPr>
          <p:spPr>
            <a:xfrm>
              <a:off x="1125300" y="4503075"/>
              <a:ext cx="153800" cy="141650"/>
            </a:xfrm>
            <a:custGeom>
              <a:avLst/>
              <a:gdLst/>
              <a:ahLst/>
              <a:cxnLst/>
              <a:rect l="l" t="t" r="r" b="b"/>
              <a:pathLst>
                <a:path w="6152" h="5666" extrusionOk="0">
                  <a:moveTo>
                    <a:pt x="3044" y="1140"/>
                  </a:moveTo>
                  <a:cubicBezTo>
                    <a:pt x="3263" y="1140"/>
                    <a:pt x="3484" y="1182"/>
                    <a:pt x="3694" y="1269"/>
                  </a:cubicBezTo>
                  <a:cubicBezTo>
                    <a:pt x="4328" y="1532"/>
                    <a:pt x="4741" y="2151"/>
                    <a:pt x="4741" y="2836"/>
                  </a:cubicBezTo>
                  <a:cubicBezTo>
                    <a:pt x="4741" y="3525"/>
                    <a:pt x="4328" y="4144"/>
                    <a:pt x="3694" y="4406"/>
                  </a:cubicBezTo>
                  <a:cubicBezTo>
                    <a:pt x="3484" y="4493"/>
                    <a:pt x="3263" y="4536"/>
                    <a:pt x="3044" y="4536"/>
                  </a:cubicBezTo>
                  <a:cubicBezTo>
                    <a:pt x="2602" y="4536"/>
                    <a:pt x="2168" y="4363"/>
                    <a:pt x="1843" y="4038"/>
                  </a:cubicBezTo>
                  <a:cubicBezTo>
                    <a:pt x="1178" y="3377"/>
                    <a:pt x="1178" y="2299"/>
                    <a:pt x="1843" y="1638"/>
                  </a:cubicBezTo>
                  <a:cubicBezTo>
                    <a:pt x="2168" y="1312"/>
                    <a:pt x="2602" y="1140"/>
                    <a:pt x="3044" y="1140"/>
                  </a:cubicBezTo>
                  <a:close/>
                  <a:moveTo>
                    <a:pt x="3043" y="0"/>
                  </a:moveTo>
                  <a:cubicBezTo>
                    <a:pt x="2680" y="0"/>
                    <a:pt x="2313" y="70"/>
                    <a:pt x="1961" y="215"/>
                  </a:cubicBezTo>
                  <a:cubicBezTo>
                    <a:pt x="710" y="732"/>
                    <a:pt x="1" y="2060"/>
                    <a:pt x="264" y="3386"/>
                  </a:cubicBezTo>
                  <a:cubicBezTo>
                    <a:pt x="529" y="4709"/>
                    <a:pt x="1688" y="5666"/>
                    <a:pt x="3038" y="5666"/>
                  </a:cubicBezTo>
                  <a:cubicBezTo>
                    <a:pt x="3040" y="5666"/>
                    <a:pt x="3042" y="5666"/>
                    <a:pt x="3045" y="5666"/>
                  </a:cubicBezTo>
                  <a:cubicBezTo>
                    <a:pt x="3048" y="5666"/>
                    <a:pt x="3052" y="5666"/>
                    <a:pt x="3056" y="5666"/>
                  </a:cubicBezTo>
                  <a:cubicBezTo>
                    <a:pt x="3801" y="5666"/>
                    <a:pt x="4518" y="5367"/>
                    <a:pt x="5046" y="4838"/>
                  </a:cubicBezTo>
                  <a:cubicBezTo>
                    <a:pt x="6004" y="3884"/>
                    <a:pt x="6152" y="2386"/>
                    <a:pt x="5400" y="1260"/>
                  </a:cubicBezTo>
                  <a:cubicBezTo>
                    <a:pt x="4862" y="453"/>
                    <a:pt x="3967" y="0"/>
                    <a:pt x="30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7" name="Google Shape;9070;p68"/>
            <p:cNvSpPr/>
            <p:nvPr/>
          </p:nvSpPr>
          <p:spPr>
            <a:xfrm>
              <a:off x="890400" y="4399350"/>
              <a:ext cx="486600" cy="483150"/>
            </a:xfrm>
            <a:custGeom>
              <a:avLst/>
              <a:gdLst/>
              <a:ahLst/>
              <a:cxnLst/>
              <a:rect l="l" t="t" r="r" b="b"/>
              <a:pathLst>
                <a:path w="19464" h="19326" extrusionOk="0">
                  <a:moveTo>
                    <a:pt x="17908" y="1131"/>
                  </a:moveTo>
                  <a:cubicBezTo>
                    <a:pt x="18031" y="1131"/>
                    <a:pt x="18157" y="1132"/>
                    <a:pt x="18283" y="1134"/>
                  </a:cubicBezTo>
                  <a:cubicBezTo>
                    <a:pt x="18301" y="2369"/>
                    <a:pt x="18232" y="3465"/>
                    <a:pt x="18057" y="4449"/>
                  </a:cubicBezTo>
                  <a:cubicBezTo>
                    <a:pt x="16453" y="4223"/>
                    <a:pt x="15191" y="2960"/>
                    <a:pt x="14968" y="1357"/>
                  </a:cubicBezTo>
                  <a:cubicBezTo>
                    <a:pt x="15851" y="1203"/>
                    <a:pt x="16825" y="1131"/>
                    <a:pt x="17908" y="1131"/>
                  </a:cubicBezTo>
                  <a:close/>
                  <a:moveTo>
                    <a:pt x="6462" y="6683"/>
                  </a:moveTo>
                  <a:lnTo>
                    <a:pt x="6462" y="6686"/>
                  </a:lnTo>
                  <a:cubicBezTo>
                    <a:pt x="6003" y="7471"/>
                    <a:pt x="5574" y="8281"/>
                    <a:pt x="5173" y="9066"/>
                  </a:cubicBezTo>
                  <a:lnTo>
                    <a:pt x="2712" y="8839"/>
                  </a:lnTo>
                  <a:cubicBezTo>
                    <a:pt x="3545" y="7571"/>
                    <a:pt x="4952" y="6756"/>
                    <a:pt x="6462" y="6683"/>
                  </a:cubicBezTo>
                  <a:close/>
                  <a:moveTo>
                    <a:pt x="13863" y="1608"/>
                  </a:moveTo>
                  <a:cubicBezTo>
                    <a:pt x="14195" y="3637"/>
                    <a:pt x="15783" y="5225"/>
                    <a:pt x="17809" y="5557"/>
                  </a:cubicBezTo>
                  <a:cubicBezTo>
                    <a:pt x="17347" y="7209"/>
                    <a:pt x="16532" y="8534"/>
                    <a:pt x="15303" y="9718"/>
                  </a:cubicBezTo>
                  <a:cubicBezTo>
                    <a:pt x="13932" y="11043"/>
                    <a:pt x="11825" y="12218"/>
                    <a:pt x="9868" y="13221"/>
                  </a:cubicBezTo>
                  <a:lnTo>
                    <a:pt x="6196" y="9552"/>
                  </a:lnTo>
                  <a:cubicBezTo>
                    <a:pt x="7199" y="7592"/>
                    <a:pt x="8376" y="5485"/>
                    <a:pt x="9699" y="4114"/>
                  </a:cubicBezTo>
                  <a:cubicBezTo>
                    <a:pt x="10886" y="2885"/>
                    <a:pt x="12208" y="2073"/>
                    <a:pt x="13863" y="1608"/>
                  </a:cubicBezTo>
                  <a:close/>
                  <a:moveTo>
                    <a:pt x="5659" y="10612"/>
                  </a:moveTo>
                  <a:lnTo>
                    <a:pt x="8805" y="13758"/>
                  </a:lnTo>
                  <a:lnTo>
                    <a:pt x="8503" y="13909"/>
                  </a:lnTo>
                  <a:cubicBezTo>
                    <a:pt x="8237" y="14039"/>
                    <a:pt x="7984" y="14169"/>
                    <a:pt x="7736" y="14292"/>
                  </a:cubicBezTo>
                  <a:lnTo>
                    <a:pt x="5124" y="11681"/>
                  </a:lnTo>
                  <a:cubicBezTo>
                    <a:pt x="5248" y="11433"/>
                    <a:pt x="5378" y="11179"/>
                    <a:pt x="5508" y="10914"/>
                  </a:cubicBezTo>
                  <a:lnTo>
                    <a:pt x="5659" y="10612"/>
                  </a:lnTo>
                  <a:close/>
                  <a:moveTo>
                    <a:pt x="12658" y="13000"/>
                  </a:moveTo>
                  <a:lnTo>
                    <a:pt x="12658" y="13000"/>
                  </a:lnTo>
                  <a:cubicBezTo>
                    <a:pt x="12567" y="14483"/>
                    <a:pt x="11782" y="15835"/>
                    <a:pt x="10538" y="16651"/>
                  </a:cubicBezTo>
                  <a:lnTo>
                    <a:pt x="10348" y="14247"/>
                  </a:lnTo>
                  <a:cubicBezTo>
                    <a:pt x="11109" y="13858"/>
                    <a:pt x="11894" y="13441"/>
                    <a:pt x="12658" y="13000"/>
                  </a:cubicBezTo>
                  <a:close/>
                  <a:moveTo>
                    <a:pt x="4596" y="12756"/>
                  </a:moveTo>
                  <a:lnTo>
                    <a:pt x="5233" y="13393"/>
                  </a:lnTo>
                  <a:lnTo>
                    <a:pt x="4034" y="14594"/>
                  </a:lnTo>
                  <a:cubicBezTo>
                    <a:pt x="3814" y="14815"/>
                    <a:pt x="3811" y="15174"/>
                    <a:pt x="4034" y="15395"/>
                  </a:cubicBezTo>
                  <a:cubicBezTo>
                    <a:pt x="4145" y="15505"/>
                    <a:pt x="4290" y="15560"/>
                    <a:pt x="4434" y="15560"/>
                  </a:cubicBezTo>
                  <a:cubicBezTo>
                    <a:pt x="4579" y="15560"/>
                    <a:pt x="4724" y="15505"/>
                    <a:pt x="4835" y="15395"/>
                  </a:cubicBezTo>
                  <a:lnTo>
                    <a:pt x="6036" y="14193"/>
                  </a:lnTo>
                  <a:lnTo>
                    <a:pt x="6673" y="14833"/>
                  </a:lnTo>
                  <a:cubicBezTo>
                    <a:pt x="6528" y="15192"/>
                    <a:pt x="6311" y="15521"/>
                    <a:pt x="6036" y="15796"/>
                  </a:cubicBezTo>
                  <a:cubicBezTo>
                    <a:pt x="5387" y="16445"/>
                    <a:pt x="3110" y="17327"/>
                    <a:pt x="1555" y="17864"/>
                  </a:cubicBezTo>
                  <a:cubicBezTo>
                    <a:pt x="2096" y="16312"/>
                    <a:pt x="2984" y="14042"/>
                    <a:pt x="3633" y="13393"/>
                  </a:cubicBezTo>
                  <a:cubicBezTo>
                    <a:pt x="3908" y="13115"/>
                    <a:pt x="4234" y="12900"/>
                    <a:pt x="4596" y="12756"/>
                  </a:cubicBezTo>
                  <a:close/>
                  <a:moveTo>
                    <a:pt x="17939" y="0"/>
                  </a:moveTo>
                  <a:cubicBezTo>
                    <a:pt x="16582" y="0"/>
                    <a:pt x="15371" y="113"/>
                    <a:pt x="14282" y="349"/>
                  </a:cubicBezTo>
                  <a:cubicBezTo>
                    <a:pt x="14258" y="352"/>
                    <a:pt x="14234" y="358"/>
                    <a:pt x="14213" y="364"/>
                  </a:cubicBezTo>
                  <a:cubicBezTo>
                    <a:pt x="12057" y="841"/>
                    <a:pt x="10360" y="1801"/>
                    <a:pt x="8887" y="3329"/>
                  </a:cubicBezTo>
                  <a:cubicBezTo>
                    <a:pt x="8277" y="3960"/>
                    <a:pt x="7703" y="4724"/>
                    <a:pt x="7166" y="5548"/>
                  </a:cubicBezTo>
                  <a:lnTo>
                    <a:pt x="6676" y="5548"/>
                  </a:lnTo>
                  <a:cubicBezTo>
                    <a:pt x="5583" y="5548"/>
                    <a:pt x="4511" y="5856"/>
                    <a:pt x="3584" y="6436"/>
                  </a:cubicBezTo>
                  <a:cubicBezTo>
                    <a:pt x="2658" y="7016"/>
                    <a:pt x="1909" y="7837"/>
                    <a:pt x="1420" y="8815"/>
                  </a:cubicBezTo>
                  <a:lnTo>
                    <a:pt x="1284" y="9084"/>
                  </a:lnTo>
                  <a:cubicBezTo>
                    <a:pt x="1096" y="9458"/>
                    <a:pt x="1368" y="9902"/>
                    <a:pt x="1791" y="9905"/>
                  </a:cubicBezTo>
                  <a:lnTo>
                    <a:pt x="1948" y="9905"/>
                  </a:lnTo>
                  <a:lnTo>
                    <a:pt x="4623" y="10153"/>
                  </a:lnTo>
                  <a:cubicBezTo>
                    <a:pt x="4581" y="10237"/>
                    <a:pt x="4539" y="10322"/>
                    <a:pt x="4496" y="10409"/>
                  </a:cubicBezTo>
                  <a:cubicBezTo>
                    <a:pt x="4297" y="10802"/>
                    <a:pt x="4113" y="11176"/>
                    <a:pt x="3929" y="11533"/>
                  </a:cubicBezTo>
                  <a:cubicBezTo>
                    <a:pt x="3880" y="11626"/>
                    <a:pt x="3859" y="11732"/>
                    <a:pt x="3868" y="11838"/>
                  </a:cubicBezTo>
                  <a:cubicBezTo>
                    <a:pt x="3485" y="12031"/>
                    <a:pt x="3135" y="12287"/>
                    <a:pt x="2833" y="12592"/>
                  </a:cubicBezTo>
                  <a:cubicBezTo>
                    <a:pt x="1664" y="13761"/>
                    <a:pt x="275" y="18097"/>
                    <a:pt x="121" y="18586"/>
                  </a:cubicBezTo>
                  <a:cubicBezTo>
                    <a:pt x="1" y="18966"/>
                    <a:pt x="294" y="19325"/>
                    <a:pt x="657" y="19325"/>
                  </a:cubicBezTo>
                  <a:cubicBezTo>
                    <a:pt x="713" y="19325"/>
                    <a:pt x="770" y="19317"/>
                    <a:pt x="828" y="19299"/>
                  </a:cubicBezTo>
                  <a:cubicBezTo>
                    <a:pt x="1320" y="19145"/>
                    <a:pt x="5665" y="17765"/>
                    <a:pt x="6836" y="16593"/>
                  </a:cubicBezTo>
                  <a:cubicBezTo>
                    <a:pt x="7144" y="16288"/>
                    <a:pt x="7398" y="15935"/>
                    <a:pt x="7594" y="15549"/>
                  </a:cubicBezTo>
                  <a:lnTo>
                    <a:pt x="7628" y="15549"/>
                  </a:lnTo>
                  <a:cubicBezTo>
                    <a:pt x="7715" y="15549"/>
                    <a:pt x="7806" y="15527"/>
                    <a:pt x="7884" y="15485"/>
                  </a:cubicBezTo>
                  <a:cubicBezTo>
                    <a:pt x="8240" y="15304"/>
                    <a:pt x="8615" y="15117"/>
                    <a:pt x="9010" y="14920"/>
                  </a:cubicBezTo>
                  <a:lnTo>
                    <a:pt x="9255" y="14797"/>
                  </a:lnTo>
                  <a:lnTo>
                    <a:pt x="9463" y="17418"/>
                  </a:lnTo>
                  <a:lnTo>
                    <a:pt x="9463" y="17578"/>
                  </a:lnTo>
                  <a:cubicBezTo>
                    <a:pt x="9463" y="17906"/>
                    <a:pt x="9732" y="18144"/>
                    <a:pt x="10028" y="18144"/>
                  </a:cubicBezTo>
                  <a:cubicBezTo>
                    <a:pt x="10113" y="18144"/>
                    <a:pt x="10201" y="18124"/>
                    <a:pt x="10285" y="18082"/>
                  </a:cubicBezTo>
                  <a:lnTo>
                    <a:pt x="10553" y="17946"/>
                  </a:lnTo>
                  <a:cubicBezTo>
                    <a:pt x="12543" y="16950"/>
                    <a:pt x="13802" y="14914"/>
                    <a:pt x="13799" y="12689"/>
                  </a:cubicBezTo>
                  <a:lnTo>
                    <a:pt x="13799" y="12303"/>
                  </a:lnTo>
                  <a:cubicBezTo>
                    <a:pt x="14654" y="11750"/>
                    <a:pt x="15442" y="11161"/>
                    <a:pt x="16091" y="10536"/>
                  </a:cubicBezTo>
                  <a:cubicBezTo>
                    <a:pt x="17619" y="9060"/>
                    <a:pt x="18582" y="7366"/>
                    <a:pt x="19059" y="5207"/>
                  </a:cubicBezTo>
                  <a:cubicBezTo>
                    <a:pt x="19065" y="5186"/>
                    <a:pt x="19068" y="5165"/>
                    <a:pt x="19071" y="5140"/>
                  </a:cubicBezTo>
                  <a:cubicBezTo>
                    <a:pt x="19361" y="3809"/>
                    <a:pt x="19464" y="2302"/>
                    <a:pt x="19403" y="563"/>
                  </a:cubicBezTo>
                  <a:cubicBezTo>
                    <a:pt x="19394" y="264"/>
                    <a:pt x="19156" y="25"/>
                    <a:pt x="18857" y="16"/>
                  </a:cubicBezTo>
                  <a:cubicBezTo>
                    <a:pt x="18544" y="6"/>
                    <a:pt x="18238" y="0"/>
                    <a:pt x="179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 name="Google Shape;9071;p68"/>
            <p:cNvSpPr/>
            <p:nvPr/>
          </p:nvSpPr>
          <p:spPr>
            <a:xfrm>
              <a:off x="1106975" y="4639875"/>
              <a:ext cx="28325" cy="28325"/>
            </a:xfrm>
            <a:custGeom>
              <a:avLst/>
              <a:gdLst/>
              <a:ahLst/>
              <a:cxnLst/>
              <a:rect l="l" t="t" r="r" b="b"/>
              <a:pathLst>
                <a:path w="1133" h="1133" extrusionOk="0">
                  <a:moveTo>
                    <a:pt x="565" y="0"/>
                  </a:moveTo>
                  <a:cubicBezTo>
                    <a:pt x="254" y="0"/>
                    <a:pt x="0" y="254"/>
                    <a:pt x="0" y="568"/>
                  </a:cubicBezTo>
                  <a:cubicBezTo>
                    <a:pt x="0" y="879"/>
                    <a:pt x="254" y="1133"/>
                    <a:pt x="565" y="1133"/>
                  </a:cubicBezTo>
                  <a:cubicBezTo>
                    <a:pt x="879" y="1133"/>
                    <a:pt x="1132" y="879"/>
                    <a:pt x="1132" y="568"/>
                  </a:cubicBezTo>
                  <a:cubicBezTo>
                    <a:pt x="1132" y="254"/>
                    <a:pt x="879" y="0"/>
                    <a:pt x="5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29" name="ZoneTexte 28"/>
          <p:cNvSpPr txBox="1"/>
          <p:nvPr/>
        </p:nvSpPr>
        <p:spPr>
          <a:xfrm>
            <a:off x="6591215" y="1961787"/>
            <a:ext cx="3733568" cy="938719"/>
          </a:xfrm>
          <a:prstGeom prst="rect">
            <a:avLst/>
          </a:prstGeom>
          <a:noFill/>
        </p:spPr>
        <p:txBody>
          <a:bodyPr wrap="square" rtlCol="0">
            <a:spAutoFit/>
          </a:bodyPr>
          <a:lstStyle/>
          <a:p>
            <a:r>
              <a:rPr lang="fr-FR" sz="2300" b="1" dirty="0" smtClean="0">
                <a:solidFill>
                  <a:schemeClr val="accent1">
                    <a:lumMod val="75000"/>
                  </a:schemeClr>
                </a:solidFill>
                <a:latin typeface="Poppins" panose="00000500000000000000"/>
              </a:rPr>
              <a:t>Service</a:t>
            </a:r>
          </a:p>
          <a:p>
            <a:pPr marL="723900" indent="-190500">
              <a:buFont typeface="Wingdings" panose="05000000000000000000" pitchFamily="2" charset="2"/>
              <a:buChar char="§"/>
            </a:pPr>
            <a:r>
              <a:rPr lang="fr-FR" sz="1600" b="1" dirty="0" smtClean="0">
                <a:latin typeface="Poppins" panose="00000500000000000000"/>
              </a:rPr>
              <a:t>Urbanisation des SI</a:t>
            </a:r>
          </a:p>
          <a:p>
            <a:pPr marL="723900" indent="-190500">
              <a:buFont typeface="Wingdings" panose="05000000000000000000" pitchFamily="2" charset="2"/>
              <a:buChar char="§"/>
            </a:pPr>
            <a:r>
              <a:rPr lang="fr-FR" sz="1600" b="1" dirty="0" smtClean="0">
                <a:latin typeface="Poppins" panose="00000500000000000000"/>
              </a:rPr>
              <a:t>Externalisation des SI</a:t>
            </a:r>
          </a:p>
        </p:txBody>
      </p:sp>
    </p:spTree>
    <p:extLst>
      <p:ext uri="{BB962C8B-B14F-4D97-AF65-F5344CB8AC3E}">
        <p14:creationId xmlns:p14="http://schemas.microsoft.com/office/powerpoint/2010/main" val="2842041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1000" fill="hold"/>
                                        <p:tgtEl>
                                          <p:spTgt spid="53"/>
                                        </p:tgtEl>
                                        <p:attrNameLst>
                                          <p:attrName>ppt_w</p:attrName>
                                        </p:attrNameLst>
                                      </p:cBhvr>
                                      <p:tavLst>
                                        <p:tav tm="0">
                                          <p:val>
                                            <p:fltVal val="0"/>
                                          </p:val>
                                        </p:tav>
                                        <p:tav tm="100000">
                                          <p:val>
                                            <p:strVal val="#ppt_w"/>
                                          </p:val>
                                        </p:tav>
                                      </p:tavLst>
                                    </p:anim>
                                    <p:anim calcmode="lin" valueType="num">
                                      <p:cBhvr>
                                        <p:cTn id="8" dur="1000" fill="hold"/>
                                        <p:tgtEl>
                                          <p:spTgt spid="53"/>
                                        </p:tgtEl>
                                        <p:attrNameLst>
                                          <p:attrName>ppt_h</p:attrName>
                                        </p:attrNameLst>
                                      </p:cBhvr>
                                      <p:tavLst>
                                        <p:tav tm="0">
                                          <p:val>
                                            <p:fltVal val="0"/>
                                          </p:val>
                                        </p:tav>
                                        <p:tav tm="100000">
                                          <p:val>
                                            <p:strVal val="#ppt_h"/>
                                          </p:val>
                                        </p:tav>
                                      </p:tavLst>
                                    </p:anim>
                                    <p:anim calcmode="lin" valueType="num">
                                      <p:cBhvr>
                                        <p:cTn id="9" dur="1000" fill="hold"/>
                                        <p:tgtEl>
                                          <p:spTgt spid="53"/>
                                        </p:tgtEl>
                                        <p:attrNameLst>
                                          <p:attrName>style.rotation</p:attrName>
                                        </p:attrNameLst>
                                      </p:cBhvr>
                                      <p:tavLst>
                                        <p:tav tm="0">
                                          <p:val>
                                            <p:fltVal val="90"/>
                                          </p:val>
                                        </p:tav>
                                        <p:tav tm="100000">
                                          <p:val>
                                            <p:fltVal val="0"/>
                                          </p:val>
                                        </p:tav>
                                      </p:tavLst>
                                    </p:anim>
                                    <p:animEffect transition="in" filter="fade">
                                      <p:cBhvr>
                                        <p:cTn id="10" dur="1000"/>
                                        <p:tgtEl>
                                          <p:spTgt spid="53"/>
                                        </p:tgtEl>
                                      </p:cBhvr>
                                    </p:animEffect>
                                  </p:childTnLst>
                                </p:cTn>
                              </p:par>
                            </p:childTnLst>
                          </p:cTn>
                        </p:par>
                        <p:par>
                          <p:cTn id="11" fill="hold">
                            <p:stCondLst>
                              <p:cond delay="1000"/>
                            </p:stCondLst>
                            <p:childTnLst>
                              <p:par>
                                <p:cTn id="12" presetID="31" presetClass="entr" presetSubtype="0" fill="hold" nodeType="afterEffect">
                                  <p:stCondLst>
                                    <p:cond delay="0"/>
                                  </p:stCondLst>
                                  <p:childTnLst>
                                    <p:set>
                                      <p:cBhvr>
                                        <p:cTn id="13" dur="1" fill="hold">
                                          <p:stCondLst>
                                            <p:cond delay="0"/>
                                          </p:stCondLst>
                                        </p:cTn>
                                        <p:tgtEl>
                                          <p:spTgt spid="46"/>
                                        </p:tgtEl>
                                        <p:attrNameLst>
                                          <p:attrName>style.visibility</p:attrName>
                                        </p:attrNameLst>
                                      </p:cBhvr>
                                      <p:to>
                                        <p:strVal val="visible"/>
                                      </p:to>
                                    </p:set>
                                    <p:anim calcmode="lin" valueType="num">
                                      <p:cBhvr>
                                        <p:cTn id="14" dur="1000" fill="hold"/>
                                        <p:tgtEl>
                                          <p:spTgt spid="46"/>
                                        </p:tgtEl>
                                        <p:attrNameLst>
                                          <p:attrName>ppt_w</p:attrName>
                                        </p:attrNameLst>
                                      </p:cBhvr>
                                      <p:tavLst>
                                        <p:tav tm="0">
                                          <p:val>
                                            <p:fltVal val="0"/>
                                          </p:val>
                                        </p:tav>
                                        <p:tav tm="100000">
                                          <p:val>
                                            <p:strVal val="#ppt_w"/>
                                          </p:val>
                                        </p:tav>
                                      </p:tavLst>
                                    </p:anim>
                                    <p:anim calcmode="lin" valueType="num">
                                      <p:cBhvr>
                                        <p:cTn id="15" dur="1000" fill="hold"/>
                                        <p:tgtEl>
                                          <p:spTgt spid="46"/>
                                        </p:tgtEl>
                                        <p:attrNameLst>
                                          <p:attrName>ppt_h</p:attrName>
                                        </p:attrNameLst>
                                      </p:cBhvr>
                                      <p:tavLst>
                                        <p:tav tm="0">
                                          <p:val>
                                            <p:fltVal val="0"/>
                                          </p:val>
                                        </p:tav>
                                        <p:tav tm="100000">
                                          <p:val>
                                            <p:strVal val="#ppt_h"/>
                                          </p:val>
                                        </p:tav>
                                      </p:tavLst>
                                    </p:anim>
                                    <p:anim calcmode="lin" valueType="num">
                                      <p:cBhvr>
                                        <p:cTn id="16" dur="1000" fill="hold"/>
                                        <p:tgtEl>
                                          <p:spTgt spid="46"/>
                                        </p:tgtEl>
                                        <p:attrNameLst>
                                          <p:attrName>style.rotation</p:attrName>
                                        </p:attrNameLst>
                                      </p:cBhvr>
                                      <p:tavLst>
                                        <p:tav tm="0">
                                          <p:val>
                                            <p:fltVal val="90"/>
                                          </p:val>
                                        </p:tav>
                                        <p:tav tm="100000">
                                          <p:val>
                                            <p:fltVal val="0"/>
                                          </p:val>
                                        </p:tav>
                                      </p:tavLst>
                                    </p:anim>
                                    <p:animEffect transition="in" filter="fade">
                                      <p:cBhvr>
                                        <p:cTn id="17" dur="1000"/>
                                        <p:tgtEl>
                                          <p:spTgt spid="46"/>
                                        </p:tgtEl>
                                      </p:cBhvr>
                                    </p:animEffect>
                                  </p:childTnLst>
                                </p:cTn>
                              </p:par>
                            </p:childTnLst>
                          </p:cTn>
                        </p:par>
                        <p:par>
                          <p:cTn id="18" fill="hold">
                            <p:stCondLst>
                              <p:cond delay="2000"/>
                            </p:stCondLst>
                            <p:childTnLst>
                              <p:par>
                                <p:cTn id="19" presetID="31" presetClass="entr" presetSubtype="0" fill="hold" nodeType="after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p:cTn id="21" dur="1000" fill="hold"/>
                                        <p:tgtEl>
                                          <p:spTgt spid="25"/>
                                        </p:tgtEl>
                                        <p:attrNameLst>
                                          <p:attrName>ppt_w</p:attrName>
                                        </p:attrNameLst>
                                      </p:cBhvr>
                                      <p:tavLst>
                                        <p:tav tm="0">
                                          <p:val>
                                            <p:fltVal val="0"/>
                                          </p:val>
                                        </p:tav>
                                        <p:tav tm="100000">
                                          <p:val>
                                            <p:strVal val="#ppt_w"/>
                                          </p:val>
                                        </p:tav>
                                      </p:tavLst>
                                    </p:anim>
                                    <p:anim calcmode="lin" valueType="num">
                                      <p:cBhvr>
                                        <p:cTn id="22" dur="1000" fill="hold"/>
                                        <p:tgtEl>
                                          <p:spTgt spid="25"/>
                                        </p:tgtEl>
                                        <p:attrNameLst>
                                          <p:attrName>ppt_h</p:attrName>
                                        </p:attrNameLst>
                                      </p:cBhvr>
                                      <p:tavLst>
                                        <p:tav tm="0">
                                          <p:val>
                                            <p:fltVal val="0"/>
                                          </p:val>
                                        </p:tav>
                                        <p:tav tm="100000">
                                          <p:val>
                                            <p:strVal val="#ppt_h"/>
                                          </p:val>
                                        </p:tav>
                                      </p:tavLst>
                                    </p:anim>
                                    <p:anim calcmode="lin" valueType="num">
                                      <p:cBhvr>
                                        <p:cTn id="23" dur="1000" fill="hold"/>
                                        <p:tgtEl>
                                          <p:spTgt spid="25"/>
                                        </p:tgtEl>
                                        <p:attrNameLst>
                                          <p:attrName>style.rotation</p:attrName>
                                        </p:attrNameLst>
                                      </p:cBhvr>
                                      <p:tavLst>
                                        <p:tav tm="0">
                                          <p:val>
                                            <p:fltVal val="90"/>
                                          </p:val>
                                        </p:tav>
                                        <p:tav tm="100000">
                                          <p:val>
                                            <p:fltVal val="0"/>
                                          </p:val>
                                        </p:tav>
                                      </p:tavLst>
                                    </p:anim>
                                    <p:animEffect transition="in" filter="fade">
                                      <p:cBhvr>
                                        <p:cTn id="24" dur="1000"/>
                                        <p:tgtEl>
                                          <p:spTgt spid="25"/>
                                        </p:tgtEl>
                                      </p:cBhvr>
                                    </p:animEffect>
                                  </p:childTnLst>
                                </p:cTn>
                              </p:par>
                            </p:childTnLst>
                          </p:cTn>
                        </p:par>
                        <p:par>
                          <p:cTn id="25" fill="hold">
                            <p:stCondLst>
                              <p:cond delay="3000"/>
                            </p:stCondLst>
                            <p:childTnLst>
                              <p:par>
                                <p:cTn id="26" presetID="31" presetClass="entr" presetSubtype="0" fill="hold" grpId="0" nodeType="afterEffect">
                                  <p:stCondLst>
                                    <p:cond delay="0"/>
                                  </p:stCondLst>
                                  <p:childTnLst>
                                    <p:set>
                                      <p:cBhvr>
                                        <p:cTn id="27" dur="1" fill="hold">
                                          <p:stCondLst>
                                            <p:cond delay="0"/>
                                          </p:stCondLst>
                                        </p:cTn>
                                        <p:tgtEl>
                                          <p:spTgt spid="29"/>
                                        </p:tgtEl>
                                        <p:attrNameLst>
                                          <p:attrName>style.visibility</p:attrName>
                                        </p:attrNameLst>
                                      </p:cBhvr>
                                      <p:to>
                                        <p:strVal val="visible"/>
                                      </p:to>
                                    </p:set>
                                    <p:anim calcmode="lin" valueType="num">
                                      <p:cBhvr>
                                        <p:cTn id="28" dur="1000" fill="hold"/>
                                        <p:tgtEl>
                                          <p:spTgt spid="29"/>
                                        </p:tgtEl>
                                        <p:attrNameLst>
                                          <p:attrName>ppt_w</p:attrName>
                                        </p:attrNameLst>
                                      </p:cBhvr>
                                      <p:tavLst>
                                        <p:tav tm="0">
                                          <p:val>
                                            <p:fltVal val="0"/>
                                          </p:val>
                                        </p:tav>
                                        <p:tav tm="100000">
                                          <p:val>
                                            <p:strVal val="#ppt_w"/>
                                          </p:val>
                                        </p:tav>
                                      </p:tavLst>
                                    </p:anim>
                                    <p:anim calcmode="lin" valueType="num">
                                      <p:cBhvr>
                                        <p:cTn id="29" dur="1000" fill="hold"/>
                                        <p:tgtEl>
                                          <p:spTgt spid="29"/>
                                        </p:tgtEl>
                                        <p:attrNameLst>
                                          <p:attrName>ppt_h</p:attrName>
                                        </p:attrNameLst>
                                      </p:cBhvr>
                                      <p:tavLst>
                                        <p:tav tm="0">
                                          <p:val>
                                            <p:fltVal val="0"/>
                                          </p:val>
                                        </p:tav>
                                        <p:tav tm="100000">
                                          <p:val>
                                            <p:strVal val="#ppt_h"/>
                                          </p:val>
                                        </p:tav>
                                      </p:tavLst>
                                    </p:anim>
                                    <p:anim calcmode="lin" valueType="num">
                                      <p:cBhvr>
                                        <p:cTn id="30" dur="1000" fill="hold"/>
                                        <p:tgtEl>
                                          <p:spTgt spid="29"/>
                                        </p:tgtEl>
                                        <p:attrNameLst>
                                          <p:attrName>style.rotation</p:attrName>
                                        </p:attrNameLst>
                                      </p:cBhvr>
                                      <p:tavLst>
                                        <p:tav tm="0">
                                          <p:val>
                                            <p:fltVal val="90"/>
                                          </p:val>
                                        </p:tav>
                                        <p:tav tm="100000">
                                          <p:val>
                                            <p:fltVal val="0"/>
                                          </p:val>
                                        </p:tav>
                                      </p:tavLst>
                                    </p:anim>
                                    <p:animEffect transition="in" filter="fade">
                                      <p:cBhvr>
                                        <p:cTn id="31" dur="1000"/>
                                        <p:tgtEl>
                                          <p:spTgt spid="29"/>
                                        </p:tgtEl>
                                      </p:cBhvr>
                                    </p:animEffect>
                                  </p:childTnLst>
                                </p:cTn>
                              </p:par>
                            </p:childTnLst>
                          </p:cTn>
                        </p:par>
                        <p:par>
                          <p:cTn id="32" fill="hold">
                            <p:stCondLst>
                              <p:cond delay="4000"/>
                            </p:stCondLst>
                            <p:childTnLst>
                              <p:par>
                                <p:cTn id="33" presetID="31" presetClass="entr" presetSubtype="0" fill="hold" nodeType="afterEffect">
                                  <p:stCondLst>
                                    <p:cond delay="0"/>
                                  </p:stCondLst>
                                  <p:childTnLst>
                                    <p:set>
                                      <p:cBhvr>
                                        <p:cTn id="34" dur="1" fill="hold">
                                          <p:stCondLst>
                                            <p:cond delay="0"/>
                                          </p:stCondLst>
                                        </p:cTn>
                                        <p:tgtEl>
                                          <p:spTgt spid="38"/>
                                        </p:tgtEl>
                                        <p:attrNameLst>
                                          <p:attrName>style.visibility</p:attrName>
                                        </p:attrNameLst>
                                      </p:cBhvr>
                                      <p:to>
                                        <p:strVal val="visible"/>
                                      </p:to>
                                    </p:set>
                                    <p:anim calcmode="lin" valueType="num">
                                      <p:cBhvr>
                                        <p:cTn id="35" dur="1000" fill="hold"/>
                                        <p:tgtEl>
                                          <p:spTgt spid="38"/>
                                        </p:tgtEl>
                                        <p:attrNameLst>
                                          <p:attrName>ppt_w</p:attrName>
                                        </p:attrNameLst>
                                      </p:cBhvr>
                                      <p:tavLst>
                                        <p:tav tm="0">
                                          <p:val>
                                            <p:fltVal val="0"/>
                                          </p:val>
                                        </p:tav>
                                        <p:tav tm="100000">
                                          <p:val>
                                            <p:strVal val="#ppt_w"/>
                                          </p:val>
                                        </p:tav>
                                      </p:tavLst>
                                    </p:anim>
                                    <p:anim calcmode="lin" valueType="num">
                                      <p:cBhvr>
                                        <p:cTn id="36" dur="1000" fill="hold"/>
                                        <p:tgtEl>
                                          <p:spTgt spid="38"/>
                                        </p:tgtEl>
                                        <p:attrNameLst>
                                          <p:attrName>ppt_h</p:attrName>
                                        </p:attrNameLst>
                                      </p:cBhvr>
                                      <p:tavLst>
                                        <p:tav tm="0">
                                          <p:val>
                                            <p:fltVal val="0"/>
                                          </p:val>
                                        </p:tav>
                                        <p:tav tm="100000">
                                          <p:val>
                                            <p:strVal val="#ppt_h"/>
                                          </p:val>
                                        </p:tav>
                                      </p:tavLst>
                                    </p:anim>
                                    <p:anim calcmode="lin" valueType="num">
                                      <p:cBhvr>
                                        <p:cTn id="37" dur="1000" fill="hold"/>
                                        <p:tgtEl>
                                          <p:spTgt spid="38"/>
                                        </p:tgtEl>
                                        <p:attrNameLst>
                                          <p:attrName>style.rotation</p:attrName>
                                        </p:attrNameLst>
                                      </p:cBhvr>
                                      <p:tavLst>
                                        <p:tav tm="0">
                                          <p:val>
                                            <p:fltVal val="90"/>
                                          </p:val>
                                        </p:tav>
                                        <p:tav tm="100000">
                                          <p:val>
                                            <p:fltVal val="0"/>
                                          </p:val>
                                        </p:tav>
                                      </p:tavLst>
                                    </p:anim>
                                    <p:animEffect transition="in" filter="fade">
                                      <p:cBhvr>
                                        <p:cTn id="38" dur="1000"/>
                                        <p:tgtEl>
                                          <p:spTgt spid="38"/>
                                        </p:tgtEl>
                                      </p:cBhvr>
                                    </p:animEffect>
                                  </p:childTnLst>
                                </p:cTn>
                              </p:par>
                            </p:childTnLst>
                          </p:cTn>
                        </p:par>
                        <p:par>
                          <p:cTn id="39" fill="hold">
                            <p:stCondLst>
                              <p:cond delay="5000"/>
                            </p:stCondLst>
                            <p:childTnLst>
                              <p:par>
                                <p:cTn id="40" presetID="31" presetClass="entr" presetSubtype="0" fill="hold" grpId="0" nodeType="afterEffect">
                                  <p:stCondLst>
                                    <p:cond delay="0"/>
                                  </p:stCondLst>
                                  <p:childTnLst>
                                    <p:set>
                                      <p:cBhvr>
                                        <p:cTn id="41" dur="1" fill="hold">
                                          <p:stCondLst>
                                            <p:cond delay="0"/>
                                          </p:stCondLst>
                                        </p:cTn>
                                        <p:tgtEl>
                                          <p:spTgt spid="55"/>
                                        </p:tgtEl>
                                        <p:attrNameLst>
                                          <p:attrName>style.visibility</p:attrName>
                                        </p:attrNameLst>
                                      </p:cBhvr>
                                      <p:to>
                                        <p:strVal val="visible"/>
                                      </p:to>
                                    </p:set>
                                    <p:anim calcmode="lin" valueType="num">
                                      <p:cBhvr>
                                        <p:cTn id="42" dur="1000" fill="hold"/>
                                        <p:tgtEl>
                                          <p:spTgt spid="55"/>
                                        </p:tgtEl>
                                        <p:attrNameLst>
                                          <p:attrName>ppt_w</p:attrName>
                                        </p:attrNameLst>
                                      </p:cBhvr>
                                      <p:tavLst>
                                        <p:tav tm="0">
                                          <p:val>
                                            <p:fltVal val="0"/>
                                          </p:val>
                                        </p:tav>
                                        <p:tav tm="100000">
                                          <p:val>
                                            <p:strVal val="#ppt_w"/>
                                          </p:val>
                                        </p:tav>
                                      </p:tavLst>
                                    </p:anim>
                                    <p:anim calcmode="lin" valueType="num">
                                      <p:cBhvr>
                                        <p:cTn id="43" dur="1000" fill="hold"/>
                                        <p:tgtEl>
                                          <p:spTgt spid="55"/>
                                        </p:tgtEl>
                                        <p:attrNameLst>
                                          <p:attrName>ppt_h</p:attrName>
                                        </p:attrNameLst>
                                      </p:cBhvr>
                                      <p:tavLst>
                                        <p:tav tm="0">
                                          <p:val>
                                            <p:fltVal val="0"/>
                                          </p:val>
                                        </p:tav>
                                        <p:tav tm="100000">
                                          <p:val>
                                            <p:strVal val="#ppt_h"/>
                                          </p:val>
                                        </p:tav>
                                      </p:tavLst>
                                    </p:anim>
                                    <p:anim calcmode="lin" valueType="num">
                                      <p:cBhvr>
                                        <p:cTn id="44" dur="1000" fill="hold"/>
                                        <p:tgtEl>
                                          <p:spTgt spid="55"/>
                                        </p:tgtEl>
                                        <p:attrNameLst>
                                          <p:attrName>style.rotation</p:attrName>
                                        </p:attrNameLst>
                                      </p:cBhvr>
                                      <p:tavLst>
                                        <p:tav tm="0">
                                          <p:val>
                                            <p:fltVal val="90"/>
                                          </p:val>
                                        </p:tav>
                                        <p:tav tm="100000">
                                          <p:val>
                                            <p:fltVal val="0"/>
                                          </p:val>
                                        </p:tav>
                                      </p:tavLst>
                                    </p:anim>
                                    <p:animEffect transition="in" filter="fade">
                                      <p:cBhvr>
                                        <p:cTn id="45" dur="10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5" grpId="0"/>
      <p:bldP spid="29"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2" name="ZoneTexte 1"/>
          <p:cNvSpPr txBox="1"/>
          <p:nvPr/>
        </p:nvSpPr>
        <p:spPr>
          <a:xfrm>
            <a:off x="1978202" y="967372"/>
            <a:ext cx="6213298" cy="584775"/>
          </a:xfrm>
          <a:prstGeom prst="rect">
            <a:avLst/>
          </a:prstGeom>
          <a:noFill/>
        </p:spPr>
        <p:txBody>
          <a:bodyPr wrap="square" rtlCol="0">
            <a:spAutoFit/>
          </a:bodyPr>
          <a:lstStyle/>
          <a:p>
            <a:pPr algn="ctr"/>
            <a:r>
              <a:rPr lang="fr-FR" sz="3200" b="1" dirty="0">
                <a:solidFill>
                  <a:schemeClr val="accent1">
                    <a:lumMod val="75000"/>
                  </a:schemeClr>
                </a:solidFill>
                <a:latin typeface="Poppins" panose="00000500000000000000"/>
              </a:rPr>
              <a:t>O</a:t>
            </a:r>
            <a:r>
              <a:rPr lang="fr-FR" sz="3200" b="1" dirty="0" smtClean="0">
                <a:solidFill>
                  <a:schemeClr val="accent1">
                    <a:lumMod val="75000"/>
                  </a:schemeClr>
                </a:solidFill>
                <a:latin typeface="Poppins" panose="00000500000000000000"/>
              </a:rPr>
              <a:t>rganigramme de l’ARATO</a:t>
            </a:r>
            <a:endParaRPr lang="en-US" sz="3200" b="1" dirty="0">
              <a:solidFill>
                <a:schemeClr val="accent1">
                  <a:lumMod val="75000"/>
                </a:schemeClr>
              </a:solidFill>
              <a:latin typeface="Poppins" panose="00000500000000000000"/>
            </a:endParaRPr>
          </a:p>
        </p:txBody>
      </p:sp>
      <p:cxnSp>
        <p:nvCxnSpPr>
          <p:cNvPr id="4" name="Connecteur droit 3"/>
          <p:cNvCxnSpPr/>
          <p:nvPr/>
        </p:nvCxnSpPr>
        <p:spPr>
          <a:xfrm>
            <a:off x="3429000" y="1701690"/>
            <a:ext cx="3448050"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Diagramme 5"/>
          <p:cNvGraphicFramePr/>
          <p:nvPr>
            <p:extLst>
              <p:ext uri="{D42A27DB-BD31-4B8C-83A1-F6EECF244321}">
                <p14:modId xmlns:p14="http://schemas.microsoft.com/office/powerpoint/2010/main" val="832955362"/>
              </p:ext>
            </p:extLst>
          </p:nvPr>
        </p:nvGraphicFramePr>
        <p:xfrm>
          <a:off x="1388833" y="2006642"/>
          <a:ext cx="6974117" cy="436901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Image 6">
            <a:extLst>
              <a:ext uri="{FF2B5EF4-FFF2-40B4-BE49-F238E27FC236}">
                <a16:creationId xmlns:a16="http://schemas.microsoft.com/office/drawing/2014/main" id="{A3CF46BA-0057-CA3C-5E69-141DE23A1784}"/>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263026" y="613824"/>
            <a:ext cx="1439598" cy="1077519"/>
          </a:xfrm>
          <a:prstGeom prst="rect">
            <a:avLst/>
          </a:prstGeom>
          <a:noFill/>
          <a:ln>
            <a:noFill/>
          </a:ln>
          <a:effectLst>
            <a:outerShdw blurRad="139700" sx="106000" sy="106000" algn="ctr" rotWithShape="0">
              <a:srgbClr val="000000">
                <a:alpha val="55000"/>
              </a:srgbClr>
            </a:outerShdw>
          </a:effectLst>
        </p:spPr>
      </p:pic>
    </p:spTree>
    <p:extLst>
      <p:ext uri="{BB962C8B-B14F-4D97-AF65-F5344CB8AC3E}">
        <p14:creationId xmlns:p14="http://schemas.microsoft.com/office/powerpoint/2010/main" val="274865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grpSp>
        <p:nvGrpSpPr>
          <p:cNvPr id="6" name="Google Shape;8419;p66"/>
          <p:cNvGrpSpPr/>
          <p:nvPr/>
        </p:nvGrpSpPr>
        <p:grpSpPr>
          <a:xfrm>
            <a:off x="2857500" y="1543050"/>
            <a:ext cx="3143250" cy="3009900"/>
            <a:chOff x="4334725" y="1355875"/>
            <a:chExt cx="3106650" cy="3001900"/>
          </a:xfrm>
        </p:grpSpPr>
        <p:grpSp>
          <p:nvGrpSpPr>
            <p:cNvPr id="7" name="Google Shape;8420;p66"/>
            <p:cNvGrpSpPr/>
            <p:nvPr/>
          </p:nvGrpSpPr>
          <p:grpSpPr>
            <a:xfrm>
              <a:off x="4516050" y="1724875"/>
              <a:ext cx="2693725" cy="2632900"/>
              <a:chOff x="4516050" y="1724875"/>
              <a:chExt cx="2693725" cy="2632900"/>
            </a:xfrm>
          </p:grpSpPr>
          <p:sp>
            <p:nvSpPr>
              <p:cNvPr id="12" name="Google Shape;8421;p66"/>
              <p:cNvSpPr/>
              <p:nvPr/>
            </p:nvSpPr>
            <p:spPr>
              <a:xfrm>
                <a:off x="6227525" y="1737400"/>
                <a:ext cx="982250" cy="1548550"/>
              </a:xfrm>
              <a:custGeom>
                <a:avLst/>
                <a:gdLst/>
                <a:ahLst/>
                <a:cxnLst/>
                <a:rect l="l" t="t" r="r" b="b"/>
                <a:pathLst>
                  <a:path w="39290" h="61942" extrusionOk="0">
                    <a:moveTo>
                      <a:pt x="2948" y="0"/>
                    </a:moveTo>
                    <a:lnTo>
                      <a:pt x="2948" y="0"/>
                    </a:lnTo>
                    <a:cubicBezTo>
                      <a:pt x="2963" y="140"/>
                      <a:pt x="2988" y="275"/>
                      <a:pt x="2997" y="415"/>
                    </a:cubicBezTo>
                    <a:cubicBezTo>
                      <a:pt x="3257" y="4251"/>
                      <a:pt x="2198" y="8060"/>
                      <a:pt x="0" y="11214"/>
                    </a:cubicBezTo>
                    <a:cubicBezTo>
                      <a:pt x="16180" y="17156"/>
                      <a:pt x="27723" y="32699"/>
                      <a:pt x="27723" y="50939"/>
                    </a:cubicBezTo>
                    <a:cubicBezTo>
                      <a:pt x="27725" y="53819"/>
                      <a:pt x="27433" y="56688"/>
                      <a:pt x="26854" y="59506"/>
                    </a:cubicBezTo>
                    <a:cubicBezTo>
                      <a:pt x="27615" y="59401"/>
                      <a:pt x="28380" y="59330"/>
                      <a:pt x="29155" y="59330"/>
                    </a:cubicBezTo>
                    <a:cubicBezTo>
                      <a:pt x="32030" y="59330"/>
                      <a:pt x="34946" y="60066"/>
                      <a:pt x="37619" y="61594"/>
                    </a:cubicBezTo>
                    <a:cubicBezTo>
                      <a:pt x="37808" y="61702"/>
                      <a:pt x="37980" y="61827"/>
                      <a:pt x="38161" y="61942"/>
                    </a:cubicBezTo>
                    <a:cubicBezTo>
                      <a:pt x="38912" y="58322"/>
                      <a:pt x="39289" y="54635"/>
                      <a:pt x="39289" y="50939"/>
                    </a:cubicBezTo>
                    <a:cubicBezTo>
                      <a:pt x="39289" y="27328"/>
                      <a:pt x="24090" y="7277"/>
                      <a:pt x="2948"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422;p66"/>
              <p:cNvSpPr/>
              <p:nvPr/>
            </p:nvSpPr>
            <p:spPr>
              <a:xfrm>
                <a:off x="4516050" y="1724875"/>
                <a:ext cx="1010900" cy="1581800"/>
              </a:xfrm>
              <a:custGeom>
                <a:avLst/>
                <a:gdLst/>
                <a:ahLst/>
                <a:cxnLst/>
                <a:rect l="l" t="t" r="r" b="b"/>
                <a:pathLst>
                  <a:path w="40436" h="63272" extrusionOk="0">
                    <a:moveTo>
                      <a:pt x="37823" y="1"/>
                    </a:moveTo>
                    <a:lnTo>
                      <a:pt x="37823" y="1"/>
                    </a:lnTo>
                    <a:cubicBezTo>
                      <a:pt x="15908" y="6831"/>
                      <a:pt x="0" y="27279"/>
                      <a:pt x="0" y="51443"/>
                    </a:cubicBezTo>
                    <a:cubicBezTo>
                      <a:pt x="3" y="55421"/>
                      <a:pt x="444" y="59389"/>
                      <a:pt x="1318" y="63272"/>
                    </a:cubicBezTo>
                    <a:cubicBezTo>
                      <a:pt x="1575" y="63078"/>
                      <a:pt x="1825" y="62880"/>
                      <a:pt x="2093" y="62700"/>
                    </a:cubicBezTo>
                    <a:cubicBezTo>
                      <a:pt x="5004" y="60760"/>
                      <a:pt x="8236" y="59853"/>
                      <a:pt x="11420" y="59853"/>
                    </a:cubicBezTo>
                    <a:cubicBezTo>
                      <a:pt x="11754" y="59853"/>
                      <a:pt x="12085" y="59912"/>
                      <a:pt x="12418" y="59931"/>
                    </a:cubicBezTo>
                    <a:cubicBezTo>
                      <a:pt x="11849" y="57138"/>
                      <a:pt x="11565" y="54293"/>
                      <a:pt x="11565" y="51440"/>
                    </a:cubicBezTo>
                    <a:cubicBezTo>
                      <a:pt x="11565" y="32776"/>
                      <a:pt x="23659" y="16944"/>
                      <a:pt x="40435" y="11325"/>
                    </a:cubicBezTo>
                    <a:cubicBezTo>
                      <a:pt x="38630" y="8592"/>
                      <a:pt x="37671" y="5392"/>
                      <a:pt x="37676" y="2117"/>
                    </a:cubicBezTo>
                    <a:cubicBezTo>
                      <a:pt x="37681" y="1409"/>
                      <a:pt x="37730" y="702"/>
                      <a:pt x="37823" y="1"/>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423;p66"/>
              <p:cNvSpPr/>
              <p:nvPr/>
            </p:nvSpPr>
            <p:spPr>
              <a:xfrm>
                <a:off x="4977525" y="3800325"/>
                <a:ext cx="1782050" cy="557450"/>
              </a:xfrm>
              <a:custGeom>
                <a:avLst/>
                <a:gdLst/>
                <a:ahLst/>
                <a:cxnLst/>
                <a:rect l="l" t="t" r="r" b="b"/>
                <a:pathLst>
                  <a:path w="71282" h="22298" extrusionOk="0">
                    <a:moveTo>
                      <a:pt x="63561" y="0"/>
                    </a:moveTo>
                    <a:cubicBezTo>
                      <a:pt x="56083" y="6671"/>
                      <a:pt x="46226" y="10731"/>
                      <a:pt x="35414" y="10731"/>
                    </a:cubicBezTo>
                    <a:cubicBezTo>
                      <a:pt x="25098" y="10731"/>
                      <a:pt x="15646" y="7034"/>
                      <a:pt x="8302" y="898"/>
                    </a:cubicBezTo>
                    <a:cubicBezTo>
                      <a:pt x="6892" y="3910"/>
                      <a:pt x="4587" y="6522"/>
                      <a:pt x="1428" y="8290"/>
                    </a:cubicBezTo>
                    <a:cubicBezTo>
                      <a:pt x="962" y="8562"/>
                      <a:pt x="481" y="8778"/>
                      <a:pt x="0" y="9001"/>
                    </a:cubicBezTo>
                    <a:cubicBezTo>
                      <a:pt x="9472" y="17274"/>
                      <a:pt x="21853" y="22297"/>
                      <a:pt x="35414" y="22297"/>
                    </a:cubicBezTo>
                    <a:cubicBezTo>
                      <a:pt x="49193" y="22297"/>
                      <a:pt x="61756" y="17117"/>
                      <a:pt x="71282" y="8609"/>
                    </a:cubicBezTo>
                    <a:cubicBezTo>
                      <a:pt x="67593" y="6654"/>
                      <a:pt x="64981" y="3559"/>
                      <a:pt x="63561"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 name="Google Shape;8424;p66"/>
            <p:cNvGrpSpPr/>
            <p:nvPr/>
          </p:nvGrpSpPr>
          <p:grpSpPr>
            <a:xfrm>
              <a:off x="4334725" y="1355875"/>
              <a:ext cx="3106650" cy="2709650"/>
              <a:chOff x="4334725" y="1355875"/>
              <a:chExt cx="3106650" cy="2709650"/>
            </a:xfrm>
          </p:grpSpPr>
          <p:sp>
            <p:nvSpPr>
              <p:cNvPr id="9" name="Google Shape;8425;p66"/>
              <p:cNvSpPr/>
              <p:nvPr/>
            </p:nvSpPr>
            <p:spPr>
              <a:xfrm>
                <a:off x="5427950" y="1355875"/>
                <a:ext cx="904575" cy="1665925"/>
              </a:xfrm>
              <a:custGeom>
                <a:avLst/>
                <a:gdLst/>
                <a:ahLst/>
                <a:cxnLst/>
                <a:rect l="l" t="t" r="r" b="b"/>
                <a:pathLst>
                  <a:path w="36183" h="66637" fill="none" extrusionOk="0">
                    <a:moveTo>
                      <a:pt x="25479" y="47040"/>
                    </a:moveTo>
                    <a:cubicBezTo>
                      <a:pt x="22352" y="45966"/>
                      <a:pt x="20318" y="42954"/>
                      <a:pt x="20318" y="39712"/>
                    </a:cubicBezTo>
                    <a:lnTo>
                      <a:pt x="20318" y="39474"/>
                    </a:lnTo>
                    <a:cubicBezTo>
                      <a:pt x="20318" y="36347"/>
                      <a:pt x="22239" y="33578"/>
                      <a:pt x="25000" y="32260"/>
                    </a:cubicBezTo>
                    <a:cubicBezTo>
                      <a:pt x="27831" y="31007"/>
                      <a:pt x="30234" y="28986"/>
                      <a:pt x="31983" y="26475"/>
                    </a:cubicBezTo>
                    <a:cubicBezTo>
                      <a:pt x="34181" y="23321"/>
                      <a:pt x="35240" y="19512"/>
                      <a:pt x="34980" y="15676"/>
                    </a:cubicBezTo>
                    <a:cubicBezTo>
                      <a:pt x="34971" y="15536"/>
                      <a:pt x="34944" y="15398"/>
                      <a:pt x="34931" y="15261"/>
                    </a:cubicBezTo>
                    <a:cubicBezTo>
                      <a:pt x="34134" y="7155"/>
                      <a:pt x="27505" y="636"/>
                      <a:pt x="19357" y="47"/>
                    </a:cubicBezTo>
                    <a:cubicBezTo>
                      <a:pt x="18930" y="18"/>
                      <a:pt x="18513" y="1"/>
                      <a:pt x="18094" y="1"/>
                    </a:cubicBezTo>
                    <a:cubicBezTo>
                      <a:pt x="9517" y="1"/>
                      <a:pt x="2397" y="6439"/>
                      <a:pt x="1347" y="14761"/>
                    </a:cubicBezTo>
                    <a:cubicBezTo>
                      <a:pt x="1254" y="15462"/>
                      <a:pt x="1205" y="16169"/>
                      <a:pt x="1200" y="16875"/>
                    </a:cubicBezTo>
                    <a:cubicBezTo>
                      <a:pt x="1195" y="20149"/>
                      <a:pt x="2154" y="23352"/>
                      <a:pt x="3959" y="26085"/>
                    </a:cubicBezTo>
                    <a:cubicBezTo>
                      <a:pt x="5703" y="28734"/>
                      <a:pt x="8168" y="30872"/>
                      <a:pt x="11057" y="32260"/>
                    </a:cubicBezTo>
                    <a:cubicBezTo>
                      <a:pt x="13944" y="33580"/>
                      <a:pt x="15864" y="36464"/>
                      <a:pt x="15864" y="39714"/>
                    </a:cubicBezTo>
                    <a:cubicBezTo>
                      <a:pt x="15864" y="42954"/>
                      <a:pt x="13829" y="45963"/>
                      <a:pt x="10817" y="47040"/>
                    </a:cubicBezTo>
                    <a:cubicBezTo>
                      <a:pt x="6250" y="48725"/>
                      <a:pt x="2404" y="51975"/>
                      <a:pt x="0" y="56176"/>
                    </a:cubicBezTo>
                    <a:lnTo>
                      <a:pt x="18155" y="66637"/>
                    </a:lnTo>
                    <a:lnTo>
                      <a:pt x="36182" y="56176"/>
                    </a:lnTo>
                    <a:cubicBezTo>
                      <a:pt x="33781" y="51972"/>
                      <a:pt x="29930" y="48723"/>
                      <a:pt x="25479" y="47040"/>
                    </a:cubicBezTo>
                    <a:close/>
                  </a:path>
                </a:pathLst>
              </a:custGeom>
              <a:noFill/>
              <a:ln w="9525" cap="flat" cmpd="sng">
                <a:solidFill>
                  <a:srgbClr val="5F7D95"/>
                </a:solidFill>
                <a:prstDash val="solid"/>
                <a:miter lim="245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8426;p66"/>
              <p:cNvSpPr/>
              <p:nvPr/>
            </p:nvSpPr>
            <p:spPr>
              <a:xfrm>
                <a:off x="4334725" y="2760325"/>
                <a:ext cx="1547125" cy="1304775"/>
              </a:xfrm>
              <a:custGeom>
                <a:avLst/>
                <a:gdLst/>
                <a:ahLst/>
                <a:cxnLst/>
                <a:rect l="l" t="t" r="r" b="b"/>
                <a:pathLst>
                  <a:path w="61885" h="52191" fill="none" extrusionOk="0">
                    <a:moveTo>
                      <a:pt x="43727" y="1"/>
                    </a:moveTo>
                    <a:cubicBezTo>
                      <a:pt x="41323" y="4212"/>
                      <a:pt x="40487" y="9019"/>
                      <a:pt x="41208" y="13829"/>
                    </a:cubicBezTo>
                    <a:cubicBezTo>
                      <a:pt x="41804" y="17069"/>
                      <a:pt x="40247" y="20321"/>
                      <a:pt x="37362" y="21878"/>
                    </a:cubicBezTo>
                    <a:lnTo>
                      <a:pt x="37237" y="22004"/>
                    </a:lnTo>
                    <a:cubicBezTo>
                      <a:pt x="35989" y="22712"/>
                      <a:pt x="34579" y="23085"/>
                      <a:pt x="33144" y="23090"/>
                    </a:cubicBezTo>
                    <a:cubicBezTo>
                      <a:pt x="31510" y="23095"/>
                      <a:pt x="29914" y="22587"/>
                      <a:pt x="28582" y="21638"/>
                    </a:cubicBezTo>
                    <a:cubicBezTo>
                      <a:pt x="25950" y="19752"/>
                      <a:pt x="22852" y="18705"/>
                      <a:pt x="19671" y="18513"/>
                    </a:cubicBezTo>
                    <a:cubicBezTo>
                      <a:pt x="19338" y="18494"/>
                      <a:pt x="19007" y="18435"/>
                      <a:pt x="18673" y="18435"/>
                    </a:cubicBezTo>
                    <a:cubicBezTo>
                      <a:pt x="15489" y="18435"/>
                      <a:pt x="12257" y="19345"/>
                      <a:pt x="9348" y="21282"/>
                    </a:cubicBezTo>
                    <a:cubicBezTo>
                      <a:pt x="9078" y="21462"/>
                      <a:pt x="8828" y="21663"/>
                      <a:pt x="8573" y="21856"/>
                    </a:cubicBezTo>
                    <a:cubicBezTo>
                      <a:pt x="2203" y="26681"/>
                      <a:pt x="1" y="35395"/>
                      <a:pt x="3579" y="42679"/>
                    </a:cubicBezTo>
                    <a:cubicBezTo>
                      <a:pt x="6535" y="48755"/>
                      <a:pt x="12519" y="52191"/>
                      <a:pt x="18698" y="52191"/>
                    </a:cubicBezTo>
                    <a:cubicBezTo>
                      <a:pt x="21064" y="52191"/>
                      <a:pt x="23448" y="51656"/>
                      <a:pt x="25712" y="50604"/>
                    </a:cubicBezTo>
                    <a:cubicBezTo>
                      <a:pt x="26193" y="50381"/>
                      <a:pt x="26674" y="50165"/>
                      <a:pt x="27140" y="49893"/>
                    </a:cubicBezTo>
                    <a:cubicBezTo>
                      <a:pt x="30299" y="48122"/>
                      <a:pt x="32604" y="45510"/>
                      <a:pt x="34014" y="42498"/>
                    </a:cubicBezTo>
                    <a:cubicBezTo>
                      <a:pt x="35307" y="39741"/>
                      <a:pt x="35837" y="36690"/>
                      <a:pt x="35552" y="33659"/>
                    </a:cubicBezTo>
                    <a:cubicBezTo>
                      <a:pt x="35312" y="30534"/>
                      <a:pt x="36882" y="27409"/>
                      <a:pt x="39641" y="25852"/>
                    </a:cubicBezTo>
                    <a:cubicBezTo>
                      <a:pt x="40902" y="25114"/>
                      <a:pt x="42282" y="24748"/>
                      <a:pt x="43641" y="24748"/>
                    </a:cubicBezTo>
                    <a:cubicBezTo>
                      <a:pt x="45392" y="24748"/>
                      <a:pt x="47119" y="25356"/>
                      <a:pt x="48534" y="26573"/>
                    </a:cubicBezTo>
                    <a:cubicBezTo>
                      <a:pt x="52382" y="29572"/>
                      <a:pt x="57074" y="31255"/>
                      <a:pt x="61884" y="31255"/>
                    </a:cubicBezTo>
                    <a:lnTo>
                      <a:pt x="61884" y="10461"/>
                    </a:lnTo>
                    <a:lnTo>
                      <a:pt x="61884" y="10461"/>
                    </a:lnTo>
                    <a:close/>
                  </a:path>
                </a:pathLst>
              </a:custGeom>
              <a:noFill/>
              <a:ln w="9525" cap="flat" cmpd="sng">
                <a:solidFill>
                  <a:srgbClr val="435D74"/>
                </a:solidFill>
                <a:prstDash val="solid"/>
                <a:miter lim="245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8427;p66"/>
              <p:cNvSpPr/>
              <p:nvPr/>
            </p:nvSpPr>
            <p:spPr>
              <a:xfrm>
                <a:off x="5881825" y="2760325"/>
                <a:ext cx="1559550" cy="1305200"/>
              </a:xfrm>
              <a:custGeom>
                <a:avLst/>
                <a:gdLst/>
                <a:ahLst/>
                <a:cxnLst/>
                <a:rect l="l" t="t" r="r" b="b"/>
                <a:pathLst>
                  <a:path w="62382" h="52208" fill="none" extrusionOk="0">
                    <a:moveTo>
                      <a:pt x="51989" y="21025"/>
                    </a:moveTo>
                    <a:cubicBezTo>
                      <a:pt x="51805" y="20912"/>
                      <a:pt x="51636" y="20785"/>
                      <a:pt x="51447" y="20677"/>
                    </a:cubicBezTo>
                    <a:cubicBezTo>
                      <a:pt x="48774" y="19149"/>
                      <a:pt x="45855" y="18413"/>
                      <a:pt x="42981" y="18413"/>
                    </a:cubicBezTo>
                    <a:cubicBezTo>
                      <a:pt x="42208" y="18413"/>
                      <a:pt x="41443" y="18484"/>
                      <a:pt x="40682" y="18589"/>
                    </a:cubicBezTo>
                    <a:cubicBezTo>
                      <a:pt x="38034" y="18957"/>
                      <a:pt x="35488" y="19938"/>
                      <a:pt x="33290" y="21523"/>
                    </a:cubicBezTo>
                    <a:cubicBezTo>
                      <a:pt x="31924" y="22519"/>
                      <a:pt x="30276" y="23056"/>
                      <a:pt x="28586" y="23056"/>
                    </a:cubicBezTo>
                    <a:cubicBezTo>
                      <a:pt x="27107" y="23053"/>
                      <a:pt x="25657" y="22646"/>
                      <a:pt x="24394" y="21876"/>
                    </a:cubicBezTo>
                    <a:cubicBezTo>
                      <a:pt x="21510" y="20319"/>
                      <a:pt x="19952" y="17066"/>
                      <a:pt x="20548" y="13829"/>
                    </a:cubicBezTo>
                    <a:cubicBezTo>
                      <a:pt x="21270" y="9019"/>
                      <a:pt x="20433" y="4212"/>
                      <a:pt x="18030" y="1"/>
                    </a:cubicBezTo>
                    <a:lnTo>
                      <a:pt x="0" y="10461"/>
                    </a:lnTo>
                    <a:lnTo>
                      <a:pt x="0" y="10461"/>
                    </a:lnTo>
                    <a:lnTo>
                      <a:pt x="0" y="31250"/>
                    </a:lnTo>
                    <a:cubicBezTo>
                      <a:pt x="4805" y="31250"/>
                      <a:pt x="9489" y="29570"/>
                      <a:pt x="13220" y="26568"/>
                    </a:cubicBezTo>
                    <a:cubicBezTo>
                      <a:pt x="15719" y="24434"/>
                      <a:pt x="19307" y="24142"/>
                      <a:pt x="22116" y="25849"/>
                    </a:cubicBezTo>
                    <a:lnTo>
                      <a:pt x="22356" y="25965"/>
                    </a:lnTo>
                    <a:cubicBezTo>
                      <a:pt x="25003" y="27532"/>
                      <a:pt x="26560" y="30534"/>
                      <a:pt x="26204" y="33659"/>
                    </a:cubicBezTo>
                    <a:cubicBezTo>
                      <a:pt x="25959" y="36371"/>
                      <a:pt x="26391" y="39091"/>
                      <a:pt x="27389" y="41600"/>
                    </a:cubicBezTo>
                    <a:cubicBezTo>
                      <a:pt x="28807" y="45159"/>
                      <a:pt x="31421" y="48254"/>
                      <a:pt x="35110" y="50209"/>
                    </a:cubicBezTo>
                    <a:cubicBezTo>
                      <a:pt x="35274" y="50295"/>
                      <a:pt x="35412" y="50403"/>
                      <a:pt x="35578" y="50484"/>
                    </a:cubicBezTo>
                    <a:cubicBezTo>
                      <a:pt x="37877" y="51619"/>
                      <a:pt x="40405" y="52208"/>
                      <a:pt x="42968" y="52208"/>
                    </a:cubicBezTo>
                    <a:cubicBezTo>
                      <a:pt x="48435" y="52208"/>
                      <a:pt x="53753" y="49542"/>
                      <a:pt x="56975" y="44840"/>
                    </a:cubicBezTo>
                    <a:cubicBezTo>
                      <a:pt x="62381" y="36727"/>
                      <a:pt x="59960" y="25994"/>
                      <a:pt x="51989" y="21025"/>
                    </a:cubicBezTo>
                    <a:close/>
                  </a:path>
                </a:pathLst>
              </a:custGeom>
              <a:noFill/>
              <a:ln w="9525" cap="flat" cmpd="sng">
                <a:solidFill>
                  <a:srgbClr val="A5B7C5"/>
                </a:solidFill>
                <a:prstDash val="solid"/>
                <a:miter lim="245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 name="Google Shape;8960;p68">
            <a:extLst>
              <a:ext uri="{FF2B5EF4-FFF2-40B4-BE49-F238E27FC236}">
                <a16:creationId xmlns:a16="http://schemas.microsoft.com/office/drawing/2014/main" id="{25D584A0-5154-D4F1-0263-EF3B4391C73E}"/>
              </a:ext>
            </a:extLst>
          </p:cNvPr>
          <p:cNvGrpSpPr/>
          <p:nvPr/>
        </p:nvGrpSpPr>
        <p:grpSpPr>
          <a:xfrm>
            <a:off x="293245" y="837149"/>
            <a:ext cx="1441280" cy="1411801"/>
            <a:chOff x="5053900" y="2021500"/>
            <a:chExt cx="483750" cy="483125"/>
          </a:xfrm>
        </p:grpSpPr>
        <p:sp>
          <p:nvSpPr>
            <p:cNvPr id="26" name="Google Shape;8961;p68">
              <a:extLst>
                <a:ext uri="{FF2B5EF4-FFF2-40B4-BE49-F238E27FC236}">
                  <a16:creationId xmlns:a16="http://schemas.microsoft.com/office/drawing/2014/main" id="{0FD9FE80-02DB-B683-2829-99702DAD8134}"/>
                </a:ext>
              </a:extLst>
            </p:cNvPr>
            <p:cNvSpPr/>
            <p:nvPr/>
          </p:nvSpPr>
          <p:spPr>
            <a:xfrm>
              <a:off x="5281350" y="2078100"/>
              <a:ext cx="127375" cy="127350"/>
            </a:xfrm>
            <a:custGeom>
              <a:avLst/>
              <a:gdLst/>
              <a:ahLst/>
              <a:cxnLst/>
              <a:rect l="l" t="t" r="r" b="b"/>
              <a:pathLst>
                <a:path w="5095" h="5094" extrusionOk="0">
                  <a:moveTo>
                    <a:pt x="565" y="0"/>
                  </a:moveTo>
                  <a:cubicBezTo>
                    <a:pt x="251" y="0"/>
                    <a:pt x="1" y="254"/>
                    <a:pt x="1" y="568"/>
                  </a:cubicBezTo>
                  <a:cubicBezTo>
                    <a:pt x="1" y="879"/>
                    <a:pt x="251" y="1132"/>
                    <a:pt x="565" y="1132"/>
                  </a:cubicBezTo>
                  <a:cubicBezTo>
                    <a:pt x="2440" y="1135"/>
                    <a:pt x="3959" y="2654"/>
                    <a:pt x="3962" y="4529"/>
                  </a:cubicBezTo>
                  <a:cubicBezTo>
                    <a:pt x="3962" y="4843"/>
                    <a:pt x="4216" y="5094"/>
                    <a:pt x="4530" y="5094"/>
                  </a:cubicBezTo>
                  <a:cubicBezTo>
                    <a:pt x="4841" y="5094"/>
                    <a:pt x="5094" y="4843"/>
                    <a:pt x="5094" y="4529"/>
                  </a:cubicBezTo>
                  <a:cubicBezTo>
                    <a:pt x="5091" y="2029"/>
                    <a:pt x="3065" y="3"/>
                    <a:pt x="565" y="0"/>
                  </a:cubicBezTo>
                  <a:close/>
                </a:path>
              </a:pathLst>
            </a:custGeom>
            <a:solidFill>
              <a:srgbClr val="5F7D95"/>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7" name="Google Shape;8962;p68">
              <a:extLst>
                <a:ext uri="{FF2B5EF4-FFF2-40B4-BE49-F238E27FC236}">
                  <a16:creationId xmlns:a16="http://schemas.microsoft.com/office/drawing/2014/main" id="{E30F0F1A-7AA6-AFE3-0B49-5BB69CDA1ED8}"/>
                </a:ext>
              </a:extLst>
            </p:cNvPr>
            <p:cNvSpPr/>
            <p:nvPr/>
          </p:nvSpPr>
          <p:spPr>
            <a:xfrm>
              <a:off x="5118000" y="2021500"/>
              <a:ext cx="368700" cy="483125"/>
            </a:xfrm>
            <a:custGeom>
              <a:avLst/>
              <a:gdLst/>
              <a:ahLst/>
              <a:cxnLst/>
              <a:rect l="l" t="t" r="r" b="b"/>
              <a:pathLst>
                <a:path w="14748" h="19325" extrusionOk="0">
                  <a:moveTo>
                    <a:pt x="7088" y="1135"/>
                  </a:moveTo>
                  <a:cubicBezTo>
                    <a:pt x="8391" y="1135"/>
                    <a:pt x="9651" y="1571"/>
                    <a:pt x="10668" y="2397"/>
                  </a:cubicBezTo>
                  <a:cubicBezTo>
                    <a:pt x="13159" y="4417"/>
                    <a:pt x="13473" y="8104"/>
                    <a:pt x="11360" y="10516"/>
                  </a:cubicBezTo>
                  <a:cubicBezTo>
                    <a:pt x="10572" y="11419"/>
                    <a:pt x="10085" y="12503"/>
                    <a:pt x="9962" y="13626"/>
                  </a:cubicBezTo>
                  <a:lnTo>
                    <a:pt x="4237" y="13626"/>
                  </a:lnTo>
                  <a:cubicBezTo>
                    <a:pt x="4107" y="12482"/>
                    <a:pt x="3630" y="11407"/>
                    <a:pt x="2866" y="10550"/>
                  </a:cubicBezTo>
                  <a:cubicBezTo>
                    <a:pt x="1658" y="9191"/>
                    <a:pt x="1184" y="7367"/>
                    <a:pt x="1571" y="5549"/>
                  </a:cubicBezTo>
                  <a:cubicBezTo>
                    <a:pt x="2020" y="3427"/>
                    <a:pt x="3748" y="1706"/>
                    <a:pt x="5873" y="1262"/>
                  </a:cubicBezTo>
                  <a:cubicBezTo>
                    <a:pt x="6278" y="1177"/>
                    <a:pt x="6685" y="1135"/>
                    <a:pt x="7088" y="1135"/>
                  </a:cubicBezTo>
                  <a:close/>
                  <a:moveTo>
                    <a:pt x="9931" y="14759"/>
                  </a:moveTo>
                  <a:lnTo>
                    <a:pt x="9931" y="15323"/>
                  </a:lnTo>
                  <a:cubicBezTo>
                    <a:pt x="9931" y="15637"/>
                    <a:pt x="9678" y="15891"/>
                    <a:pt x="9364" y="15891"/>
                  </a:cubicBezTo>
                  <a:lnTo>
                    <a:pt x="4835" y="15891"/>
                  </a:lnTo>
                  <a:cubicBezTo>
                    <a:pt x="4521" y="15891"/>
                    <a:pt x="4270" y="15637"/>
                    <a:pt x="4270" y="15323"/>
                  </a:cubicBezTo>
                  <a:lnTo>
                    <a:pt x="4270" y="14759"/>
                  </a:lnTo>
                  <a:close/>
                  <a:moveTo>
                    <a:pt x="8699" y="17023"/>
                  </a:moveTo>
                  <a:cubicBezTo>
                    <a:pt x="8464" y="17694"/>
                    <a:pt x="7827" y="18192"/>
                    <a:pt x="7099" y="18192"/>
                  </a:cubicBezTo>
                  <a:cubicBezTo>
                    <a:pt x="6371" y="18192"/>
                    <a:pt x="5734" y="17694"/>
                    <a:pt x="5499" y="17023"/>
                  </a:cubicBezTo>
                  <a:close/>
                  <a:moveTo>
                    <a:pt x="7087" y="0"/>
                  </a:moveTo>
                  <a:cubicBezTo>
                    <a:pt x="6607" y="0"/>
                    <a:pt x="6123" y="50"/>
                    <a:pt x="5641" y="151"/>
                  </a:cubicBezTo>
                  <a:cubicBezTo>
                    <a:pt x="3053" y="712"/>
                    <a:pt x="1027" y="2729"/>
                    <a:pt x="462" y="5314"/>
                  </a:cubicBezTo>
                  <a:cubicBezTo>
                    <a:pt x="0" y="7488"/>
                    <a:pt x="568" y="9671"/>
                    <a:pt x="2020" y="11301"/>
                  </a:cubicBezTo>
                  <a:cubicBezTo>
                    <a:pt x="2730" y="12099"/>
                    <a:pt x="3135" y="13149"/>
                    <a:pt x="3135" y="14191"/>
                  </a:cubicBezTo>
                  <a:lnTo>
                    <a:pt x="3135" y="15323"/>
                  </a:lnTo>
                  <a:cubicBezTo>
                    <a:pt x="3138" y="16060"/>
                    <a:pt x="3612" y="16709"/>
                    <a:pt x="4309" y="16939"/>
                  </a:cubicBezTo>
                  <a:cubicBezTo>
                    <a:pt x="4409" y="17518"/>
                    <a:pt x="4681" y="18053"/>
                    <a:pt x="5094" y="18473"/>
                  </a:cubicBezTo>
                  <a:cubicBezTo>
                    <a:pt x="5642" y="19040"/>
                    <a:pt x="6371" y="19324"/>
                    <a:pt x="7099" y="19324"/>
                  </a:cubicBezTo>
                  <a:cubicBezTo>
                    <a:pt x="7828" y="19324"/>
                    <a:pt x="8556" y="19040"/>
                    <a:pt x="9104" y="18473"/>
                  </a:cubicBezTo>
                  <a:cubicBezTo>
                    <a:pt x="9518" y="18053"/>
                    <a:pt x="9790" y="17518"/>
                    <a:pt x="9889" y="16939"/>
                  </a:cubicBezTo>
                  <a:cubicBezTo>
                    <a:pt x="10587" y="16709"/>
                    <a:pt x="11061" y="16060"/>
                    <a:pt x="11064" y="15323"/>
                  </a:cubicBezTo>
                  <a:lnTo>
                    <a:pt x="11064" y="14191"/>
                  </a:lnTo>
                  <a:cubicBezTo>
                    <a:pt x="11064" y="13149"/>
                    <a:pt x="11471" y="12108"/>
                    <a:pt x="12211" y="11262"/>
                  </a:cubicBezTo>
                  <a:cubicBezTo>
                    <a:pt x="14747" y="8366"/>
                    <a:pt x="14370" y="3943"/>
                    <a:pt x="11381" y="1518"/>
                  </a:cubicBezTo>
                  <a:cubicBezTo>
                    <a:pt x="10159" y="525"/>
                    <a:pt x="8647" y="0"/>
                    <a:pt x="7087" y="0"/>
                  </a:cubicBezTo>
                  <a:close/>
                </a:path>
              </a:pathLst>
            </a:custGeom>
            <a:solidFill>
              <a:srgbClr val="5F7D95"/>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 name="Google Shape;8963;p68">
              <a:extLst>
                <a:ext uri="{FF2B5EF4-FFF2-40B4-BE49-F238E27FC236}">
                  <a16:creationId xmlns:a16="http://schemas.microsoft.com/office/drawing/2014/main" id="{16BA6CDF-BC21-9BA6-4F43-D184538EFD4B}"/>
                </a:ext>
              </a:extLst>
            </p:cNvPr>
            <p:cNvSpPr/>
            <p:nvPr/>
          </p:nvSpPr>
          <p:spPr>
            <a:xfrm>
              <a:off x="5053900" y="2191325"/>
              <a:ext cx="56650" cy="28325"/>
            </a:xfrm>
            <a:custGeom>
              <a:avLst/>
              <a:gdLst/>
              <a:ahLst/>
              <a:cxnLst/>
              <a:rect l="l" t="t" r="r" b="b"/>
              <a:pathLst>
                <a:path w="2266" h="1133" extrusionOk="0">
                  <a:moveTo>
                    <a:pt x="569" y="0"/>
                  </a:moveTo>
                  <a:cubicBezTo>
                    <a:pt x="255" y="0"/>
                    <a:pt x="1" y="254"/>
                    <a:pt x="1" y="568"/>
                  </a:cubicBezTo>
                  <a:cubicBezTo>
                    <a:pt x="1" y="879"/>
                    <a:pt x="255" y="1133"/>
                    <a:pt x="569" y="1133"/>
                  </a:cubicBezTo>
                  <a:lnTo>
                    <a:pt x="1701" y="1133"/>
                  </a:lnTo>
                  <a:cubicBezTo>
                    <a:pt x="2012" y="1133"/>
                    <a:pt x="2266" y="879"/>
                    <a:pt x="2266" y="568"/>
                  </a:cubicBezTo>
                  <a:cubicBezTo>
                    <a:pt x="2266" y="254"/>
                    <a:pt x="2012" y="0"/>
                    <a:pt x="1701" y="0"/>
                  </a:cubicBezTo>
                  <a:close/>
                </a:path>
              </a:pathLst>
            </a:custGeom>
            <a:solidFill>
              <a:srgbClr val="5F7D95"/>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9" name="Google Shape;8964;p68">
              <a:extLst>
                <a:ext uri="{FF2B5EF4-FFF2-40B4-BE49-F238E27FC236}">
                  <a16:creationId xmlns:a16="http://schemas.microsoft.com/office/drawing/2014/main" id="{F41DC61D-39E7-C9CF-92B8-9C3C57FB4E36}"/>
                </a:ext>
              </a:extLst>
            </p:cNvPr>
            <p:cNvSpPr/>
            <p:nvPr/>
          </p:nvSpPr>
          <p:spPr>
            <a:xfrm>
              <a:off x="5056850" y="2096550"/>
              <a:ext cx="50750" cy="48025"/>
            </a:xfrm>
            <a:custGeom>
              <a:avLst/>
              <a:gdLst/>
              <a:ahLst/>
              <a:cxnLst/>
              <a:rect l="l" t="t" r="r" b="b"/>
              <a:pathLst>
                <a:path w="2030" h="1921" extrusionOk="0">
                  <a:moveTo>
                    <a:pt x="622" y="0"/>
                  </a:moveTo>
                  <a:cubicBezTo>
                    <a:pt x="476" y="0"/>
                    <a:pt x="331" y="56"/>
                    <a:pt x="221" y="168"/>
                  </a:cubicBezTo>
                  <a:cubicBezTo>
                    <a:pt x="4" y="385"/>
                    <a:pt x="1" y="739"/>
                    <a:pt x="215" y="962"/>
                  </a:cubicBezTo>
                  <a:lnTo>
                    <a:pt x="1015" y="1762"/>
                  </a:lnTo>
                  <a:cubicBezTo>
                    <a:pt x="1125" y="1868"/>
                    <a:pt x="1267" y="1921"/>
                    <a:pt x="1409" y="1921"/>
                  </a:cubicBezTo>
                  <a:cubicBezTo>
                    <a:pt x="1554" y="1921"/>
                    <a:pt x="1699" y="1865"/>
                    <a:pt x="1809" y="1753"/>
                  </a:cubicBezTo>
                  <a:cubicBezTo>
                    <a:pt x="2027" y="1536"/>
                    <a:pt x="2030" y="1183"/>
                    <a:pt x="1815" y="962"/>
                  </a:cubicBezTo>
                  <a:lnTo>
                    <a:pt x="1015" y="159"/>
                  </a:lnTo>
                  <a:cubicBezTo>
                    <a:pt x="905" y="53"/>
                    <a:pt x="763" y="0"/>
                    <a:pt x="622" y="0"/>
                  </a:cubicBezTo>
                  <a:close/>
                </a:path>
              </a:pathLst>
            </a:custGeom>
            <a:solidFill>
              <a:srgbClr val="5F7D95"/>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0" name="Google Shape;8965;p68">
              <a:extLst>
                <a:ext uri="{FF2B5EF4-FFF2-40B4-BE49-F238E27FC236}">
                  <a16:creationId xmlns:a16="http://schemas.microsoft.com/office/drawing/2014/main" id="{FFF23058-15D6-276B-B2A2-7FF693751B07}"/>
                </a:ext>
              </a:extLst>
            </p:cNvPr>
            <p:cNvSpPr/>
            <p:nvPr/>
          </p:nvSpPr>
          <p:spPr>
            <a:xfrm>
              <a:off x="5056400" y="2266400"/>
              <a:ext cx="51200" cy="48350"/>
            </a:xfrm>
            <a:custGeom>
              <a:avLst/>
              <a:gdLst/>
              <a:ahLst/>
              <a:cxnLst/>
              <a:rect l="l" t="t" r="r" b="b"/>
              <a:pathLst>
                <a:path w="2048" h="1934" extrusionOk="0">
                  <a:moveTo>
                    <a:pt x="1427" y="0"/>
                  </a:moveTo>
                  <a:cubicBezTo>
                    <a:pt x="1285" y="0"/>
                    <a:pt x="1143" y="53"/>
                    <a:pt x="1033" y="159"/>
                  </a:cubicBezTo>
                  <a:lnTo>
                    <a:pt x="233" y="962"/>
                  </a:lnTo>
                  <a:cubicBezTo>
                    <a:pt x="4" y="1179"/>
                    <a:pt x="1" y="1545"/>
                    <a:pt x="227" y="1768"/>
                  </a:cubicBezTo>
                  <a:cubicBezTo>
                    <a:pt x="338" y="1879"/>
                    <a:pt x="482" y="1934"/>
                    <a:pt x="627" y="1934"/>
                  </a:cubicBezTo>
                  <a:cubicBezTo>
                    <a:pt x="774" y="1934"/>
                    <a:pt x="922" y="1876"/>
                    <a:pt x="1033" y="1762"/>
                  </a:cubicBezTo>
                  <a:lnTo>
                    <a:pt x="1833" y="962"/>
                  </a:lnTo>
                  <a:cubicBezTo>
                    <a:pt x="2048" y="738"/>
                    <a:pt x="2045" y="385"/>
                    <a:pt x="1827" y="168"/>
                  </a:cubicBezTo>
                  <a:cubicBezTo>
                    <a:pt x="1717" y="56"/>
                    <a:pt x="1572" y="0"/>
                    <a:pt x="1427" y="0"/>
                  </a:cubicBezTo>
                  <a:close/>
                </a:path>
              </a:pathLst>
            </a:custGeom>
            <a:solidFill>
              <a:srgbClr val="5F7D95"/>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1" name="Google Shape;8966;p68">
              <a:extLst>
                <a:ext uri="{FF2B5EF4-FFF2-40B4-BE49-F238E27FC236}">
                  <a16:creationId xmlns:a16="http://schemas.microsoft.com/office/drawing/2014/main" id="{C6FA9A8B-4895-E70D-0B04-71BAC2F1A416}"/>
                </a:ext>
              </a:extLst>
            </p:cNvPr>
            <p:cNvSpPr/>
            <p:nvPr/>
          </p:nvSpPr>
          <p:spPr>
            <a:xfrm>
              <a:off x="5480400" y="2191325"/>
              <a:ext cx="56650" cy="28325"/>
            </a:xfrm>
            <a:custGeom>
              <a:avLst/>
              <a:gdLst/>
              <a:ahLst/>
              <a:cxnLst/>
              <a:rect l="l" t="t" r="r" b="b"/>
              <a:pathLst>
                <a:path w="2266" h="1133" extrusionOk="0">
                  <a:moveTo>
                    <a:pt x="568" y="0"/>
                  </a:moveTo>
                  <a:cubicBezTo>
                    <a:pt x="254" y="0"/>
                    <a:pt x="1" y="254"/>
                    <a:pt x="1" y="568"/>
                  </a:cubicBezTo>
                  <a:cubicBezTo>
                    <a:pt x="1" y="879"/>
                    <a:pt x="254" y="1133"/>
                    <a:pt x="568" y="1133"/>
                  </a:cubicBezTo>
                  <a:lnTo>
                    <a:pt x="1701" y="1133"/>
                  </a:lnTo>
                  <a:cubicBezTo>
                    <a:pt x="2012" y="1133"/>
                    <a:pt x="2265" y="879"/>
                    <a:pt x="2265" y="568"/>
                  </a:cubicBezTo>
                  <a:cubicBezTo>
                    <a:pt x="2265" y="254"/>
                    <a:pt x="2012" y="0"/>
                    <a:pt x="1701" y="0"/>
                  </a:cubicBezTo>
                  <a:close/>
                </a:path>
              </a:pathLst>
            </a:custGeom>
            <a:solidFill>
              <a:srgbClr val="5F7D95"/>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 name="Google Shape;8967;p68">
              <a:extLst>
                <a:ext uri="{FF2B5EF4-FFF2-40B4-BE49-F238E27FC236}">
                  <a16:creationId xmlns:a16="http://schemas.microsoft.com/office/drawing/2014/main" id="{04A267BA-B9B8-FEDB-FFBC-1157ECBA36DD}"/>
                </a:ext>
              </a:extLst>
            </p:cNvPr>
            <p:cNvSpPr/>
            <p:nvPr/>
          </p:nvSpPr>
          <p:spPr>
            <a:xfrm>
              <a:off x="5479800" y="2096550"/>
              <a:ext cx="54300" cy="48225"/>
            </a:xfrm>
            <a:custGeom>
              <a:avLst/>
              <a:gdLst/>
              <a:ahLst/>
              <a:cxnLst/>
              <a:rect l="l" t="t" r="r" b="b"/>
              <a:pathLst>
                <a:path w="2172" h="1929" extrusionOk="0">
                  <a:moveTo>
                    <a:pt x="1550" y="0"/>
                  </a:moveTo>
                  <a:cubicBezTo>
                    <a:pt x="1409" y="0"/>
                    <a:pt x="1267" y="53"/>
                    <a:pt x="1157" y="159"/>
                  </a:cubicBezTo>
                  <a:lnTo>
                    <a:pt x="357" y="962"/>
                  </a:lnTo>
                  <a:cubicBezTo>
                    <a:pt x="1" y="1318"/>
                    <a:pt x="251" y="1928"/>
                    <a:pt x="756" y="1928"/>
                  </a:cubicBezTo>
                  <a:cubicBezTo>
                    <a:pt x="907" y="1928"/>
                    <a:pt x="1051" y="1868"/>
                    <a:pt x="1157" y="1762"/>
                  </a:cubicBezTo>
                  <a:lnTo>
                    <a:pt x="1957" y="959"/>
                  </a:lnTo>
                  <a:cubicBezTo>
                    <a:pt x="2172" y="739"/>
                    <a:pt x="2169" y="385"/>
                    <a:pt x="1951" y="168"/>
                  </a:cubicBezTo>
                  <a:cubicBezTo>
                    <a:pt x="1841" y="56"/>
                    <a:pt x="1696" y="0"/>
                    <a:pt x="1550" y="0"/>
                  </a:cubicBezTo>
                  <a:close/>
                </a:path>
              </a:pathLst>
            </a:custGeom>
            <a:solidFill>
              <a:srgbClr val="5F7D95"/>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3" name="Google Shape;8968;p68">
              <a:extLst>
                <a:ext uri="{FF2B5EF4-FFF2-40B4-BE49-F238E27FC236}">
                  <a16:creationId xmlns:a16="http://schemas.microsoft.com/office/drawing/2014/main" id="{457C15DA-E7A9-741B-36E1-99D879E0CF59}"/>
                </a:ext>
              </a:extLst>
            </p:cNvPr>
            <p:cNvSpPr/>
            <p:nvPr/>
          </p:nvSpPr>
          <p:spPr>
            <a:xfrm>
              <a:off x="5483350" y="2266400"/>
              <a:ext cx="54300" cy="48225"/>
            </a:xfrm>
            <a:custGeom>
              <a:avLst/>
              <a:gdLst/>
              <a:ahLst/>
              <a:cxnLst/>
              <a:rect l="l" t="t" r="r" b="b"/>
              <a:pathLst>
                <a:path w="2172" h="1929" extrusionOk="0">
                  <a:moveTo>
                    <a:pt x="622" y="0"/>
                  </a:moveTo>
                  <a:cubicBezTo>
                    <a:pt x="476" y="0"/>
                    <a:pt x="331" y="56"/>
                    <a:pt x="221" y="168"/>
                  </a:cubicBezTo>
                  <a:cubicBezTo>
                    <a:pt x="4" y="385"/>
                    <a:pt x="1" y="738"/>
                    <a:pt x="215" y="962"/>
                  </a:cubicBezTo>
                  <a:lnTo>
                    <a:pt x="1015" y="1762"/>
                  </a:lnTo>
                  <a:cubicBezTo>
                    <a:pt x="1121" y="1868"/>
                    <a:pt x="1266" y="1928"/>
                    <a:pt x="1417" y="1928"/>
                  </a:cubicBezTo>
                  <a:cubicBezTo>
                    <a:pt x="1921" y="1928"/>
                    <a:pt x="2172" y="1318"/>
                    <a:pt x="1815" y="962"/>
                  </a:cubicBezTo>
                  <a:lnTo>
                    <a:pt x="1015" y="159"/>
                  </a:lnTo>
                  <a:cubicBezTo>
                    <a:pt x="905" y="53"/>
                    <a:pt x="763" y="0"/>
                    <a:pt x="622" y="0"/>
                  </a:cubicBezTo>
                  <a:close/>
                </a:path>
              </a:pathLst>
            </a:custGeom>
            <a:solidFill>
              <a:srgbClr val="5F7D95"/>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34" name="Google Shape;10894;p74">
            <a:extLst>
              <a:ext uri="{FF2B5EF4-FFF2-40B4-BE49-F238E27FC236}">
                <a16:creationId xmlns:a16="http://schemas.microsoft.com/office/drawing/2014/main" id="{36DEE13B-20D9-740C-62A0-DAF63E251D3D}"/>
              </a:ext>
            </a:extLst>
          </p:cNvPr>
          <p:cNvSpPr/>
          <p:nvPr/>
        </p:nvSpPr>
        <p:spPr>
          <a:xfrm>
            <a:off x="4020515" y="1392336"/>
            <a:ext cx="975485" cy="919699"/>
          </a:xfrm>
          <a:custGeom>
            <a:avLst/>
            <a:gdLst/>
            <a:ahLst/>
            <a:cxnLst/>
            <a:rect l="l" t="t" r="r" b="b"/>
            <a:pathLst>
              <a:path w="12193" h="11674" extrusionOk="0">
                <a:moveTo>
                  <a:pt x="9483" y="1174"/>
                </a:moveTo>
                <a:lnTo>
                  <a:pt x="9483" y="2308"/>
                </a:lnTo>
                <a:cubicBezTo>
                  <a:pt x="9483" y="2497"/>
                  <a:pt x="9641" y="2655"/>
                  <a:pt x="9830" y="2655"/>
                </a:cubicBezTo>
                <a:lnTo>
                  <a:pt x="10901" y="2655"/>
                </a:lnTo>
                <a:lnTo>
                  <a:pt x="9515" y="4041"/>
                </a:lnTo>
                <a:lnTo>
                  <a:pt x="8097" y="4041"/>
                </a:lnTo>
                <a:lnTo>
                  <a:pt x="8097" y="2560"/>
                </a:lnTo>
                <a:lnTo>
                  <a:pt x="9483" y="1174"/>
                </a:lnTo>
                <a:close/>
                <a:moveTo>
                  <a:pt x="4885" y="6181"/>
                </a:moveTo>
                <a:cubicBezTo>
                  <a:pt x="5033" y="6181"/>
                  <a:pt x="5183" y="6212"/>
                  <a:pt x="5325" y="6278"/>
                </a:cubicBezTo>
                <a:lnTo>
                  <a:pt x="4600" y="7003"/>
                </a:lnTo>
                <a:cubicBezTo>
                  <a:pt x="4474" y="7129"/>
                  <a:pt x="4474" y="7349"/>
                  <a:pt x="4600" y="7475"/>
                </a:cubicBezTo>
                <a:cubicBezTo>
                  <a:pt x="4663" y="7538"/>
                  <a:pt x="4750" y="7570"/>
                  <a:pt x="4836" y="7570"/>
                </a:cubicBezTo>
                <a:cubicBezTo>
                  <a:pt x="4923" y="7570"/>
                  <a:pt x="5010" y="7538"/>
                  <a:pt x="5073" y="7475"/>
                </a:cubicBezTo>
                <a:lnTo>
                  <a:pt x="5797" y="6751"/>
                </a:lnTo>
                <a:lnTo>
                  <a:pt x="5797" y="6751"/>
                </a:lnTo>
                <a:cubicBezTo>
                  <a:pt x="5986" y="7160"/>
                  <a:pt x="5892" y="7633"/>
                  <a:pt x="5577" y="7948"/>
                </a:cubicBezTo>
                <a:cubicBezTo>
                  <a:pt x="5388" y="8137"/>
                  <a:pt x="5128" y="8231"/>
                  <a:pt x="4864" y="8231"/>
                </a:cubicBezTo>
                <a:cubicBezTo>
                  <a:pt x="4600" y="8231"/>
                  <a:pt x="4332" y="8137"/>
                  <a:pt x="4127" y="7948"/>
                </a:cubicBezTo>
                <a:cubicBezTo>
                  <a:pt x="3749" y="7538"/>
                  <a:pt x="3749" y="6877"/>
                  <a:pt x="4127" y="6499"/>
                </a:cubicBezTo>
                <a:cubicBezTo>
                  <a:pt x="4333" y="6293"/>
                  <a:pt x="4606" y="6181"/>
                  <a:pt x="4885" y="6181"/>
                </a:cubicBezTo>
                <a:close/>
                <a:moveTo>
                  <a:pt x="4897" y="4831"/>
                </a:moveTo>
                <a:cubicBezTo>
                  <a:pt x="5396" y="4831"/>
                  <a:pt x="5890" y="4990"/>
                  <a:pt x="6301" y="5301"/>
                </a:cubicBezTo>
                <a:lnTo>
                  <a:pt x="5829" y="5774"/>
                </a:lnTo>
                <a:cubicBezTo>
                  <a:pt x="5553" y="5590"/>
                  <a:pt x="5233" y="5499"/>
                  <a:pt x="4911" y="5499"/>
                </a:cubicBezTo>
                <a:cubicBezTo>
                  <a:pt x="4460" y="5499"/>
                  <a:pt x="4004" y="5677"/>
                  <a:pt x="3655" y="6026"/>
                </a:cubicBezTo>
                <a:cubicBezTo>
                  <a:pt x="2993" y="6688"/>
                  <a:pt x="2993" y="7790"/>
                  <a:pt x="3655" y="8420"/>
                </a:cubicBezTo>
                <a:cubicBezTo>
                  <a:pt x="3986" y="8751"/>
                  <a:pt x="4427" y="8917"/>
                  <a:pt x="4864" y="8917"/>
                </a:cubicBezTo>
                <a:cubicBezTo>
                  <a:pt x="5301" y="8917"/>
                  <a:pt x="5734" y="8751"/>
                  <a:pt x="6049" y="8420"/>
                </a:cubicBezTo>
                <a:cubicBezTo>
                  <a:pt x="6648" y="7822"/>
                  <a:pt x="6742" y="6908"/>
                  <a:pt x="6301" y="6246"/>
                </a:cubicBezTo>
                <a:lnTo>
                  <a:pt x="6774" y="5774"/>
                </a:lnTo>
                <a:lnTo>
                  <a:pt x="6774" y="5774"/>
                </a:lnTo>
                <a:cubicBezTo>
                  <a:pt x="7467" y="6719"/>
                  <a:pt x="7404" y="8074"/>
                  <a:pt x="6585" y="8924"/>
                </a:cubicBezTo>
                <a:cubicBezTo>
                  <a:pt x="6112" y="9397"/>
                  <a:pt x="5498" y="9633"/>
                  <a:pt x="4883" y="9633"/>
                </a:cubicBezTo>
                <a:cubicBezTo>
                  <a:pt x="4269" y="9633"/>
                  <a:pt x="3655" y="9397"/>
                  <a:pt x="3182" y="8924"/>
                </a:cubicBezTo>
                <a:cubicBezTo>
                  <a:pt x="2237" y="7979"/>
                  <a:pt x="2237" y="6499"/>
                  <a:pt x="3182" y="5553"/>
                </a:cubicBezTo>
                <a:cubicBezTo>
                  <a:pt x="3667" y="5068"/>
                  <a:pt x="4286" y="4831"/>
                  <a:pt x="4897" y="4831"/>
                </a:cubicBezTo>
                <a:close/>
                <a:moveTo>
                  <a:pt x="4873" y="3463"/>
                </a:moveTo>
                <a:cubicBezTo>
                  <a:pt x="5728" y="3463"/>
                  <a:pt x="6583" y="3748"/>
                  <a:pt x="7278" y="4325"/>
                </a:cubicBezTo>
                <a:lnTo>
                  <a:pt x="6805" y="4797"/>
                </a:lnTo>
                <a:cubicBezTo>
                  <a:pt x="6228" y="4353"/>
                  <a:pt x="5533" y="4125"/>
                  <a:pt x="4844" y="4125"/>
                </a:cubicBezTo>
                <a:cubicBezTo>
                  <a:pt x="4065" y="4125"/>
                  <a:pt x="3294" y="4416"/>
                  <a:pt x="2710" y="5018"/>
                </a:cubicBezTo>
                <a:cubicBezTo>
                  <a:pt x="1481" y="6246"/>
                  <a:pt x="1481" y="8168"/>
                  <a:pt x="2710" y="9397"/>
                </a:cubicBezTo>
                <a:cubicBezTo>
                  <a:pt x="3324" y="10011"/>
                  <a:pt x="4112" y="10318"/>
                  <a:pt x="4899" y="10318"/>
                </a:cubicBezTo>
                <a:cubicBezTo>
                  <a:pt x="5687" y="10318"/>
                  <a:pt x="6474" y="10011"/>
                  <a:pt x="7089" y="9397"/>
                </a:cubicBezTo>
                <a:cubicBezTo>
                  <a:pt x="8223" y="8263"/>
                  <a:pt x="8255" y="6467"/>
                  <a:pt x="7309" y="5301"/>
                </a:cubicBezTo>
                <a:lnTo>
                  <a:pt x="7782" y="4829"/>
                </a:lnTo>
                <a:lnTo>
                  <a:pt x="7782" y="4829"/>
                </a:lnTo>
                <a:cubicBezTo>
                  <a:pt x="8979" y="6278"/>
                  <a:pt x="8885" y="8483"/>
                  <a:pt x="7530" y="9870"/>
                </a:cubicBezTo>
                <a:cubicBezTo>
                  <a:pt x="6790" y="10594"/>
                  <a:pt x="5821" y="10956"/>
                  <a:pt x="4856" y="10956"/>
                </a:cubicBezTo>
                <a:cubicBezTo>
                  <a:pt x="3891" y="10956"/>
                  <a:pt x="2930" y="10594"/>
                  <a:pt x="2206" y="9870"/>
                </a:cubicBezTo>
                <a:cubicBezTo>
                  <a:pt x="756" y="8420"/>
                  <a:pt x="756" y="6026"/>
                  <a:pt x="2206" y="4545"/>
                </a:cubicBezTo>
                <a:cubicBezTo>
                  <a:pt x="2941" y="3827"/>
                  <a:pt x="3907" y="3463"/>
                  <a:pt x="4873" y="3463"/>
                </a:cubicBezTo>
                <a:close/>
                <a:moveTo>
                  <a:pt x="9899" y="0"/>
                </a:moveTo>
                <a:cubicBezTo>
                  <a:pt x="9813" y="0"/>
                  <a:pt x="9722" y="32"/>
                  <a:pt x="9641" y="103"/>
                </a:cubicBezTo>
                <a:lnTo>
                  <a:pt x="7561" y="2182"/>
                </a:lnTo>
                <a:cubicBezTo>
                  <a:pt x="7467" y="2277"/>
                  <a:pt x="7435" y="2340"/>
                  <a:pt x="7435" y="2434"/>
                </a:cubicBezTo>
                <a:lnTo>
                  <a:pt x="7435" y="3600"/>
                </a:lnTo>
                <a:cubicBezTo>
                  <a:pt x="6670" y="3071"/>
                  <a:pt x="5769" y="2807"/>
                  <a:pt x="4868" y="2807"/>
                </a:cubicBezTo>
                <a:cubicBezTo>
                  <a:pt x="3731" y="2807"/>
                  <a:pt x="2595" y="3229"/>
                  <a:pt x="1733" y="4073"/>
                </a:cubicBezTo>
                <a:cubicBezTo>
                  <a:pt x="0" y="5805"/>
                  <a:pt x="0" y="8641"/>
                  <a:pt x="1733" y="10374"/>
                </a:cubicBezTo>
                <a:cubicBezTo>
                  <a:pt x="2599" y="11240"/>
                  <a:pt x="3741" y="11673"/>
                  <a:pt x="4883" y="11673"/>
                </a:cubicBezTo>
                <a:cubicBezTo>
                  <a:pt x="6026" y="11673"/>
                  <a:pt x="7168" y="11240"/>
                  <a:pt x="8034" y="10374"/>
                </a:cubicBezTo>
                <a:cubicBezTo>
                  <a:pt x="9578" y="8861"/>
                  <a:pt x="9735" y="6436"/>
                  <a:pt x="8538" y="4703"/>
                </a:cubicBezTo>
                <a:lnTo>
                  <a:pt x="9672" y="4703"/>
                </a:lnTo>
                <a:cubicBezTo>
                  <a:pt x="9767" y="4703"/>
                  <a:pt x="9893" y="4671"/>
                  <a:pt x="9924" y="4608"/>
                </a:cubicBezTo>
                <a:lnTo>
                  <a:pt x="12004" y="2497"/>
                </a:lnTo>
                <a:cubicBezTo>
                  <a:pt x="12193" y="2308"/>
                  <a:pt x="12035" y="1962"/>
                  <a:pt x="11783" y="1962"/>
                </a:cubicBezTo>
                <a:lnTo>
                  <a:pt x="10239" y="1962"/>
                </a:lnTo>
                <a:lnTo>
                  <a:pt x="10239" y="355"/>
                </a:lnTo>
                <a:cubicBezTo>
                  <a:pt x="10239" y="141"/>
                  <a:pt x="10080" y="0"/>
                  <a:pt x="9899" y="0"/>
                </a:cubicBezTo>
                <a:close/>
              </a:path>
            </a:pathLst>
          </a:custGeom>
          <a:solidFill>
            <a:srgbClr val="5F7D95"/>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8843;p68">
            <a:extLst>
              <a:ext uri="{FF2B5EF4-FFF2-40B4-BE49-F238E27FC236}">
                <a16:creationId xmlns:a16="http://schemas.microsoft.com/office/drawing/2014/main" id="{42CE1FB4-8FDA-08C4-0096-0950C7900C4A}"/>
              </a:ext>
            </a:extLst>
          </p:cNvPr>
          <p:cNvGrpSpPr/>
          <p:nvPr/>
        </p:nvGrpSpPr>
        <p:grpSpPr>
          <a:xfrm>
            <a:off x="5285207" y="3445001"/>
            <a:ext cx="537838" cy="657189"/>
            <a:chOff x="3299850" y="238575"/>
            <a:chExt cx="427725" cy="482225"/>
          </a:xfrm>
        </p:grpSpPr>
        <p:sp>
          <p:nvSpPr>
            <p:cNvPr id="36" name="Google Shape;8844;p68">
              <a:extLst>
                <a:ext uri="{FF2B5EF4-FFF2-40B4-BE49-F238E27FC236}">
                  <a16:creationId xmlns:a16="http://schemas.microsoft.com/office/drawing/2014/main" id="{765DBAF1-BC50-9F11-145D-A715E676FA79}"/>
                </a:ext>
              </a:extLst>
            </p:cNvPr>
            <p:cNvSpPr/>
            <p:nvPr/>
          </p:nvSpPr>
          <p:spPr>
            <a:xfrm>
              <a:off x="3299850" y="323500"/>
              <a:ext cx="427725" cy="397300"/>
            </a:xfrm>
            <a:custGeom>
              <a:avLst/>
              <a:gdLst/>
              <a:ahLst/>
              <a:cxnLst/>
              <a:rect l="l" t="t" r="r" b="b"/>
              <a:pathLst>
                <a:path w="17109" h="15892" extrusionOk="0">
                  <a:moveTo>
                    <a:pt x="3397" y="6794"/>
                  </a:moveTo>
                  <a:lnTo>
                    <a:pt x="3397" y="14759"/>
                  </a:lnTo>
                  <a:lnTo>
                    <a:pt x="1132" y="14759"/>
                  </a:lnTo>
                  <a:lnTo>
                    <a:pt x="1132" y="6794"/>
                  </a:lnTo>
                  <a:close/>
                  <a:moveTo>
                    <a:pt x="9034" y="1132"/>
                  </a:moveTo>
                  <a:cubicBezTo>
                    <a:pt x="9683" y="1175"/>
                    <a:pt x="10191" y="1712"/>
                    <a:pt x="10191" y="2364"/>
                  </a:cubicBezTo>
                  <a:cubicBezTo>
                    <a:pt x="10191" y="3346"/>
                    <a:pt x="9774" y="5275"/>
                    <a:pt x="9221" y="5828"/>
                  </a:cubicBezTo>
                  <a:cubicBezTo>
                    <a:pt x="8865" y="6184"/>
                    <a:pt x="9119" y="6794"/>
                    <a:pt x="9623" y="6794"/>
                  </a:cubicBezTo>
                  <a:lnTo>
                    <a:pt x="15285" y="6794"/>
                  </a:lnTo>
                  <a:cubicBezTo>
                    <a:pt x="15599" y="6794"/>
                    <a:pt x="15849" y="7047"/>
                    <a:pt x="15849" y="7361"/>
                  </a:cubicBezTo>
                  <a:cubicBezTo>
                    <a:pt x="15849" y="7672"/>
                    <a:pt x="15599" y="7926"/>
                    <a:pt x="15285" y="7926"/>
                  </a:cubicBezTo>
                  <a:lnTo>
                    <a:pt x="11888" y="7926"/>
                  </a:lnTo>
                  <a:cubicBezTo>
                    <a:pt x="11574" y="7926"/>
                    <a:pt x="11323" y="8180"/>
                    <a:pt x="11323" y="8494"/>
                  </a:cubicBezTo>
                  <a:cubicBezTo>
                    <a:pt x="11323" y="8805"/>
                    <a:pt x="11574" y="9058"/>
                    <a:pt x="11888" y="9058"/>
                  </a:cubicBezTo>
                  <a:lnTo>
                    <a:pt x="15285" y="9058"/>
                  </a:lnTo>
                  <a:cubicBezTo>
                    <a:pt x="15586" y="9058"/>
                    <a:pt x="15852" y="9342"/>
                    <a:pt x="15852" y="9662"/>
                  </a:cubicBezTo>
                  <a:cubicBezTo>
                    <a:pt x="15852" y="9976"/>
                    <a:pt x="15599" y="10230"/>
                    <a:pt x="15285" y="10230"/>
                  </a:cubicBezTo>
                  <a:lnTo>
                    <a:pt x="11888" y="10230"/>
                  </a:lnTo>
                  <a:cubicBezTo>
                    <a:pt x="11574" y="10230"/>
                    <a:pt x="11323" y="10484"/>
                    <a:pt x="11323" y="10795"/>
                  </a:cubicBezTo>
                  <a:cubicBezTo>
                    <a:pt x="11323" y="11109"/>
                    <a:pt x="11574" y="11362"/>
                    <a:pt x="11888" y="11362"/>
                  </a:cubicBezTo>
                  <a:lnTo>
                    <a:pt x="14152" y="11362"/>
                  </a:lnTo>
                  <a:cubicBezTo>
                    <a:pt x="14466" y="11362"/>
                    <a:pt x="14717" y="11616"/>
                    <a:pt x="14717" y="11927"/>
                  </a:cubicBezTo>
                  <a:cubicBezTo>
                    <a:pt x="14717" y="12241"/>
                    <a:pt x="14466" y="12494"/>
                    <a:pt x="14152" y="12494"/>
                  </a:cubicBezTo>
                  <a:lnTo>
                    <a:pt x="11888" y="12494"/>
                  </a:lnTo>
                  <a:cubicBezTo>
                    <a:pt x="11574" y="12494"/>
                    <a:pt x="11323" y="12748"/>
                    <a:pt x="11323" y="13059"/>
                  </a:cubicBezTo>
                  <a:cubicBezTo>
                    <a:pt x="11323" y="13373"/>
                    <a:pt x="11574" y="13627"/>
                    <a:pt x="11888" y="13627"/>
                  </a:cubicBezTo>
                  <a:lnTo>
                    <a:pt x="13020" y="13627"/>
                  </a:lnTo>
                  <a:cubicBezTo>
                    <a:pt x="13334" y="13627"/>
                    <a:pt x="13585" y="13880"/>
                    <a:pt x="13585" y="14191"/>
                  </a:cubicBezTo>
                  <a:cubicBezTo>
                    <a:pt x="13585" y="14505"/>
                    <a:pt x="13334" y="14759"/>
                    <a:pt x="13020" y="14759"/>
                  </a:cubicBezTo>
                  <a:lnTo>
                    <a:pt x="9197" y="14759"/>
                  </a:lnTo>
                  <a:cubicBezTo>
                    <a:pt x="8041" y="14759"/>
                    <a:pt x="6890" y="14572"/>
                    <a:pt x="5794" y="14207"/>
                  </a:cubicBezTo>
                  <a:lnTo>
                    <a:pt x="4529" y="13784"/>
                  </a:lnTo>
                  <a:lnTo>
                    <a:pt x="4529" y="7712"/>
                  </a:lnTo>
                  <a:lnTo>
                    <a:pt x="5686" y="7132"/>
                  </a:lnTo>
                  <a:cubicBezTo>
                    <a:pt x="6265" y="6842"/>
                    <a:pt x="6797" y="6459"/>
                    <a:pt x="7253" y="6003"/>
                  </a:cubicBezTo>
                  <a:lnTo>
                    <a:pt x="7289" y="5963"/>
                  </a:lnTo>
                  <a:cubicBezTo>
                    <a:pt x="8352" y="4901"/>
                    <a:pt x="8917" y="2654"/>
                    <a:pt x="9034" y="1132"/>
                  </a:cubicBezTo>
                  <a:close/>
                  <a:moveTo>
                    <a:pt x="8491" y="0"/>
                  </a:moveTo>
                  <a:cubicBezTo>
                    <a:pt x="8177" y="0"/>
                    <a:pt x="7926" y="254"/>
                    <a:pt x="7926" y="568"/>
                  </a:cubicBezTo>
                  <a:cubicBezTo>
                    <a:pt x="7926" y="1887"/>
                    <a:pt x="7380" y="4276"/>
                    <a:pt x="6492" y="5166"/>
                  </a:cubicBezTo>
                  <a:lnTo>
                    <a:pt x="6456" y="5203"/>
                  </a:lnTo>
                  <a:cubicBezTo>
                    <a:pt x="6081" y="5574"/>
                    <a:pt x="5652" y="5885"/>
                    <a:pt x="5181" y="6120"/>
                  </a:cubicBezTo>
                  <a:lnTo>
                    <a:pt x="4529" y="6444"/>
                  </a:lnTo>
                  <a:lnTo>
                    <a:pt x="4529" y="6229"/>
                  </a:lnTo>
                  <a:cubicBezTo>
                    <a:pt x="4529" y="5915"/>
                    <a:pt x="4276" y="5661"/>
                    <a:pt x="3962" y="5661"/>
                  </a:cubicBezTo>
                  <a:lnTo>
                    <a:pt x="565" y="5661"/>
                  </a:lnTo>
                  <a:cubicBezTo>
                    <a:pt x="251" y="5661"/>
                    <a:pt x="0" y="5915"/>
                    <a:pt x="0" y="6229"/>
                  </a:cubicBezTo>
                  <a:lnTo>
                    <a:pt x="0" y="15324"/>
                  </a:lnTo>
                  <a:cubicBezTo>
                    <a:pt x="0" y="15638"/>
                    <a:pt x="251" y="15891"/>
                    <a:pt x="565" y="15891"/>
                  </a:cubicBezTo>
                  <a:lnTo>
                    <a:pt x="3962" y="15891"/>
                  </a:lnTo>
                  <a:cubicBezTo>
                    <a:pt x="4276" y="15891"/>
                    <a:pt x="4529" y="15638"/>
                    <a:pt x="4529" y="15324"/>
                  </a:cubicBezTo>
                  <a:lnTo>
                    <a:pt x="4529" y="14976"/>
                  </a:lnTo>
                  <a:lnTo>
                    <a:pt x="5435" y="15278"/>
                  </a:lnTo>
                  <a:cubicBezTo>
                    <a:pt x="6649" y="15683"/>
                    <a:pt x="7917" y="15888"/>
                    <a:pt x="9197" y="15888"/>
                  </a:cubicBezTo>
                  <a:lnTo>
                    <a:pt x="13020" y="15888"/>
                  </a:lnTo>
                  <a:cubicBezTo>
                    <a:pt x="14219" y="15888"/>
                    <a:pt x="15040" y="14681"/>
                    <a:pt x="14599" y="13566"/>
                  </a:cubicBezTo>
                  <a:cubicBezTo>
                    <a:pt x="15577" y="13298"/>
                    <a:pt x="16106" y="12241"/>
                    <a:pt x="15731" y="11302"/>
                  </a:cubicBezTo>
                  <a:cubicBezTo>
                    <a:pt x="16468" y="11100"/>
                    <a:pt x="16981" y="10429"/>
                    <a:pt x="16984" y="9662"/>
                  </a:cubicBezTo>
                  <a:cubicBezTo>
                    <a:pt x="16981" y="9233"/>
                    <a:pt x="16824" y="8823"/>
                    <a:pt x="16541" y="8503"/>
                  </a:cubicBezTo>
                  <a:cubicBezTo>
                    <a:pt x="16994" y="8005"/>
                    <a:pt x="17108" y="7289"/>
                    <a:pt x="16837" y="6673"/>
                  </a:cubicBezTo>
                  <a:cubicBezTo>
                    <a:pt x="16565" y="6060"/>
                    <a:pt x="15958" y="5661"/>
                    <a:pt x="15285" y="5661"/>
                  </a:cubicBezTo>
                  <a:lnTo>
                    <a:pt x="10635" y="5661"/>
                  </a:lnTo>
                  <a:cubicBezTo>
                    <a:pt x="11109" y="4577"/>
                    <a:pt x="11323" y="3104"/>
                    <a:pt x="11323" y="2364"/>
                  </a:cubicBezTo>
                  <a:cubicBezTo>
                    <a:pt x="11320" y="1060"/>
                    <a:pt x="10263" y="3"/>
                    <a:pt x="89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7" name="Google Shape;8845;p68">
              <a:extLst>
                <a:ext uri="{FF2B5EF4-FFF2-40B4-BE49-F238E27FC236}">
                  <a16:creationId xmlns:a16="http://schemas.microsoft.com/office/drawing/2014/main" id="{48169B12-E55D-1B44-4A6E-056EA2F29E5E}"/>
                </a:ext>
              </a:extLst>
            </p:cNvPr>
            <p:cNvSpPr/>
            <p:nvPr/>
          </p:nvSpPr>
          <p:spPr>
            <a:xfrm>
              <a:off x="3467650" y="238575"/>
              <a:ext cx="46525" cy="56650"/>
            </a:xfrm>
            <a:custGeom>
              <a:avLst/>
              <a:gdLst/>
              <a:ahLst/>
              <a:cxnLst/>
              <a:rect l="l" t="t" r="r" b="b"/>
              <a:pathLst>
                <a:path w="1861" h="2266" extrusionOk="0">
                  <a:moveTo>
                    <a:pt x="646" y="1"/>
                  </a:moveTo>
                  <a:cubicBezTo>
                    <a:pt x="561" y="1"/>
                    <a:pt x="475" y="20"/>
                    <a:pt x="393" y="61"/>
                  </a:cubicBezTo>
                  <a:cubicBezTo>
                    <a:pt x="112" y="199"/>
                    <a:pt x="0" y="541"/>
                    <a:pt x="139" y="821"/>
                  </a:cubicBezTo>
                  <a:lnTo>
                    <a:pt x="707" y="1954"/>
                  </a:lnTo>
                  <a:cubicBezTo>
                    <a:pt x="805" y="2150"/>
                    <a:pt x="1005" y="2265"/>
                    <a:pt x="1212" y="2265"/>
                  </a:cubicBezTo>
                  <a:cubicBezTo>
                    <a:pt x="1297" y="2265"/>
                    <a:pt x="1384" y="2246"/>
                    <a:pt x="1465" y="2204"/>
                  </a:cubicBezTo>
                  <a:cubicBezTo>
                    <a:pt x="1746" y="2065"/>
                    <a:pt x="1860" y="1727"/>
                    <a:pt x="1718" y="1446"/>
                  </a:cubicBezTo>
                  <a:lnTo>
                    <a:pt x="1154" y="314"/>
                  </a:lnTo>
                  <a:cubicBezTo>
                    <a:pt x="1053" y="115"/>
                    <a:pt x="854" y="1"/>
                    <a:pt x="6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8" name="Google Shape;8846;p68">
              <a:extLst>
                <a:ext uri="{FF2B5EF4-FFF2-40B4-BE49-F238E27FC236}">
                  <a16:creationId xmlns:a16="http://schemas.microsoft.com/office/drawing/2014/main" id="{920EABD0-5887-EC18-7083-27489A3EE0B6}"/>
                </a:ext>
              </a:extLst>
            </p:cNvPr>
            <p:cNvSpPr/>
            <p:nvPr/>
          </p:nvSpPr>
          <p:spPr>
            <a:xfrm>
              <a:off x="3566675" y="238575"/>
              <a:ext cx="46525" cy="56675"/>
            </a:xfrm>
            <a:custGeom>
              <a:avLst/>
              <a:gdLst/>
              <a:ahLst/>
              <a:cxnLst/>
              <a:rect l="l" t="t" r="r" b="b"/>
              <a:pathLst>
                <a:path w="1861" h="2267" extrusionOk="0">
                  <a:moveTo>
                    <a:pt x="1215" y="1"/>
                  </a:moveTo>
                  <a:cubicBezTo>
                    <a:pt x="1007" y="1"/>
                    <a:pt x="808" y="115"/>
                    <a:pt x="707" y="314"/>
                  </a:cubicBezTo>
                  <a:lnTo>
                    <a:pt x="143" y="1446"/>
                  </a:lnTo>
                  <a:cubicBezTo>
                    <a:pt x="1" y="1727"/>
                    <a:pt x="116" y="2065"/>
                    <a:pt x="396" y="2207"/>
                  </a:cubicBezTo>
                  <a:cubicBezTo>
                    <a:pt x="477" y="2247"/>
                    <a:pt x="562" y="2266"/>
                    <a:pt x="646" y="2266"/>
                  </a:cubicBezTo>
                  <a:cubicBezTo>
                    <a:pt x="854" y="2266"/>
                    <a:pt x="1055" y="2151"/>
                    <a:pt x="1154" y="1954"/>
                  </a:cubicBezTo>
                  <a:lnTo>
                    <a:pt x="1722" y="821"/>
                  </a:lnTo>
                  <a:cubicBezTo>
                    <a:pt x="1861" y="541"/>
                    <a:pt x="1749" y="199"/>
                    <a:pt x="1468" y="61"/>
                  </a:cubicBezTo>
                  <a:cubicBezTo>
                    <a:pt x="1387" y="20"/>
                    <a:pt x="1300" y="1"/>
                    <a:pt x="12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 name="Google Shape;8847;p68">
              <a:extLst>
                <a:ext uri="{FF2B5EF4-FFF2-40B4-BE49-F238E27FC236}">
                  <a16:creationId xmlns:a16="http://schemas.microsoft.com/office/drawing/2014/main" id="{5AA8DCFC-B0CA-E75D-2A77-A228D7E896C2}"/>
                </a:ext>
              </a:extLst>
            </p:cNvPr>
            <p:cNvSpPr/>
            <p:nvPr/>
          </p:nvSpPr>
          <p:spPr>
            <a:xfrm>
              <a:off x="3611225" y="323500"/>
              <a:ext cx="56550" cy="28325"/>
            </a:xfrm>
            <a:custGeom>
              <a:avLst/>
              <a:gdLst/>
              <a:ahLst/>
              <a:cxnLst/>
              <a:rect l="l" t="t" r="r" b="b"/>
              <a:pathLst>
                <a:path w="2262" h="1133" extrusionOk="0">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0" name="Google Shape;8848;p68">
              <a:extLst>
                <a:ext uri="{FF2B5EF4-FFF2-40B4-BE49-F238E27FC236}">
                  <a16:creationId xmlns:a16="http://schemas.microsoft.com/office/drawing/2014/main" id="{CF1F6BB2-3BAC-6B2D-7F35-4958DA8F4CA7}"/>
                </a:ext>
              </a:extLst>
            </p:cNvPr>
            <p:cNvSpPr/>
            <p:nvPr/>
          </p:nvSpPr>
          <p:spPr>
            <a:xfrm>
              <a:off x="3413075" y="323500"/>
              <a:ext cx="56550" cy="28325"/>
            </a:xfrm>
            <a:custGeom>
              <a:avLst/>
              <a:gdLst/>
              <a:ahLst/>
              <a:cxnLst/>
              <a:rect l="l" t="t" r="r" b="b"/>
              <a:pathLst>
                <a:path w="2262" h="1133" extrusionOk="0">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2" name="Google Shape;9898;p71"/>
          <p:cNvGrpSpPr/>
          <p:nvPr/>
        </p:nvGrpSpPr>
        <p:grpSpPr>
          <a:xfrm>
            <a:off x="3040961" y="3539550"/>
            <a:ext cx="576135" cy="586112"/>
            <a:chOff x="-31166825" y="1939525"/>
            <a:chExt cx="293800" cy="291425"/>
          </a:xfrm>
        </p:grpSpPr>
        <p:sp>
          <p:nvSpPr>
            <p:cNvPr id="43" name="Google Shape;9899;p71"/>
            <p:cNvSpPr/>
            <p:nvPr/>
          </p:nvSpPr>
          <p:spPr>
            <a:xfrm>
              <a:off x="-31166825" y="1939525"/>
              <a:ext cx="224500" cy="291425"/>
            </a:xfrm>
            <a:custGeom>
              <a:avLst/>
              <a:gdLst/>
              <a:ahLst/>
              <a:cxnLst/>
              <a:rect l="l" t="t" r="r" b="b"/>
              <a:pathLst>
                <a:path w="8980" h="11657" extrusionOk="0">
                  <a:moveTo>
                    <a:pt x="5892" y="662"/>
                  </a:moveTo>
                  <a:cubicBezTo>
                    <a:pt x="6081" y="662"/>
                    <a:pt x="6239" y="819"/>
                    <a:pt x="6239" y="1040"/>
                  </a:cubicBezTo>
                  <a:lnTo>
                    <a:pt x="6239" y="1386"/>
                  </a:lnTo>
                  <a:lnTo>
                    <a:pt x="2805" y="1386"/>
                  </a:lnTo>
                  <a:lnTo>
                    <a:pt x="2805" y="1040"/>
                  </a:lnTo>
                  <a:cubicBezTo>
                    <a:pt x="2805" y="819"/>
                    <a:pt x="2962" y="662"/>
                    <a:pt x="3120" y="662"/>
                  </a:cubicBezTo>
                  <a:close/>
                  <a:moveTo>
                    <a:pt x="8035" y="1323"/>
                  </a:moveTo>
                  <a:cubicBezTo>
                    <a:pt x="8255" y="1323"/>
                    <a:pt x="8413" y="1512"/>
                    <a:pt x="8413" y="1701"/>
                  </a:cubicBezTo>
                  <a:lnTo>
                    <a:pt x="8413" y="10617"/>
                  </a:lnTo>
                  <a:cubicBezTo>
                    <a:pt x="8413" y="10838"/>
                    <a:pt x="8255" y="10995"/>
                    <a:pt x="8035" y="10995"/>
                  </a:cubicBezTo>
                  <a:lnTo>
                    <a:pt x="1166" y="10995"/>
                  </a:lnTo>
                  <a:cubicBezTo>
                    <a:pt x="946" y="10995"/>
                    <a:pt x="788" y="10838"/>
                    <a:pt x="788" y="10617"/>
                  </a:cubicBezTo>
                  <a:lnTo>
                    <a:pt x="788" y="1701"/>
                  </a:lnTo>
                  <a:lnTo>
                    <a:pt x="757" y="1701"/>
                  </a:lnTo>
                  <a:cubicBezTo>
                    <a:pt x="757" y="1512"/>
                    <a:pt x="914" y="1323"/>
                    <a:pt x="1103" y="1323"/>
                  </a:cubicBezTo>
                  <a:lnTo>
                    <a:pt x="2143" y="1323"/>
                  </a:lnTo>
                  <a:lnTo>
                    <a:pt x="2143" y="1701"/>
                  </a:lnTo>
                  <a:cubicBezTo>
                    <a:pt x="2143" y="1890"/>
                    <a:pt x="2301" y="2048"/>
                    <a:pt x="2490" y="2048"/>
                  </a:cubicBezTo>
                  <a:lnTo>
                    <a:pt x="6617" y="2048"/>
                  </a:lnTo>
                  <a:cubicBezTo>
                    <a:pt x="6837" y="2048"/>
                    <a:pt x="6995" y="1890"/>
                    <a:pt x="6995" y="1701"/>
                  </a:cubicBezTo>
                  <a:lnTo>
                    <a:pt x="6995" y="1323"/>
                  </a:lnTo>
                  <a:close/>
                  <a:moveTo>
                    <a:pt x="3120" y="0"/>
                  </a:moveTo>
                  <a:cubicBezTo>
                    <a:pt x="2679" y="0"/>
                    <a:pt x="2301" y="284"/>
                    <a:pt x="2143" y="662"/>
                  </a:cubicBezTo>
                  <a:lnTo>
                    <a:pt x="1040" y="662"/>
                  </a:lnTo>
                  <a:cubicBezTo>
                    <a:pt x="473" y="662"/>
                    <a:pt x="1" y="1134"/>
                    <a:pt x="1" y="1701"/>
                  </a:cubicBezTo>
                  <a:lnTo>
                    <a:pt x="1" y="10649"/>
                  </a:lnTo>
                  <a:cubicBezTo>
                    <a:pt x="64" y="11216"/>
                    <a:pt x="536" y="11657"/>
                    <a:pt x="1072" y="11657"/>
                  </a:cubicBezTo>
                  <a:lnTo>
                    <a:pt x="7971" y="11657"/>
                  </a:lnTo>
                  <a:cubicBezTo>
                    <a:pt x="8507" y="11657"/>
                    <a:pt x="8980" y="11184"/>
                    <a:pt x="8980" y="10649"/>
                  </a:cubicBezTo>
                  <a:lnTo>
                    <a:pt x="8980" y="1701"/>
                  </a:lnTo>
                  <a:cubicBezTo>
                    <a:pt x="8980" y="1134"/>
                    <a:pt x="8507" y="662"/>
                    <a:pt x="7971" y="662"/>
                  </a:cubicBezTo>
                  <a:lnTo>
                    <a:pt x="6869" y="662"/>
                  </a:lnTo>
                  <a:cubicBezTo>
                    <a:pt x="6711" y="284"/>
                    <a:pt x="6365" y="0"/>
                    <a:pt x="58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9900;p71"/>
            <p:cNvSpPr/>
            <p:nvPr/>
          </p:nvSpPr>
          <p:spPr>
            <a:xfrm>
              <a:off x="-31131375" y="2145075"/>
              <a:ext cx="52800" cy="52800"/>
            </a:xfrm>
            <a:custGeom>
              <a:avLst/>
              <a:gdLst/>
              <a:ahLst/>
              <a:cxnLst/>
              <a:rect l="l" t="t" r="r" b="b"/>
              <a:pathLst>
                <a:path w="2112" h="2112" extrusionOk="0">
                  <a:moveTo>
                    <a:pt x="1355" y="726"/>
                  </a:moveTo>
                  <a:lnTo>
                    <a:pt x="1355" y="1387"/>
                  </a:lnTo>
                  <a:lnTo>
                    <a:pt x="694" y="1387"/>
                  </a:lnTo>
                  <a:lnTo>
                    <a:pt x="694" y="726"/>
                  </a:lnTo>
                  <a:close/>
                  <a:moveTo>
                    <a:pt x="379" y="1"/>
                  </a:moveTo>
                  <a:cubicBezTo>
                    <a:pt x="158" y="1"/>
                    <a:pt x="0" y="158"/>
                    <a:pt x="0" y="379"/>
                  </a:cubicBezTo>
                  <a:lnTo>
                    <a:pt x="0" y="1734"/>
                  </a:lnTo>
                  <a:cubicBezTo>
                    <a:pt x="0" y="1954"/>
                    <a:pt x="158" y="2112"/>
                    <a:pt x="379" y="2112"/>
                  </a:cubicBezTo>
                  <a:lnTo>
                    <a:pt x="1733" y="2112"/>
                  </a:lnTo>
                  <a:cubicBezTo>
                    <a:pt x="1954" y="2112"/>
                    <a:pt x="2111" y="1954"/>
                    <a:pt x="2111" y="1734"/>
                  </a:cubicBezTo>
                  <a:lnTo>
                    <a:pt x="2111" y="379"/>
                  </a:lnTo>
                  <a:cubicBezTo>
                    <a:pt x="2111" y="158"/>
                    <a:pt x="1954"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9901;p71"/>
            <p:cNvSpPr/>
            <p:nvPr/>
          </p:nvSpPr>
          <p:spPr>
            <a:xfrm>
              <a:off x="-31131375" y="2076550"/>
              <a:ext cx="52800" cy="52025"/>
            </a:xfrm>
            <a:custGeom>
              <a:avLst/>
              <a:gdLst/>
              <a:ahLst/>
              <a:cxnLst/>
              <a:rect l="l" t="t" r="r" b="b"/>
              <a:pathLst>
                <a:path w="2112" h="2081" extrusionOk="0">
                  <a:moveTo>
                    <a:pt x="1355" y="694"/>
                  </a:moveTo>
                  <a:lnTo>
                    <a:pt x="1355" y="1356"/>
                  </a:lnTo>
                  <a:lnTo>
                    <a:pt x="694" y="1356"/>
                  </a:lnTo>
                  <a:lnTo>
                    <a:pt x="694" y="694"/>
                  </a:lnTo>
                  <a:close/>
                  <a:moveTo>
                    <a:pt x="379" y="1"/>
                  </a:moveTo>
                  <a:cubicBezTo>
                    <a:pt x="158" y="1"/>
                    <a:pt x="0" y="159"/>
                    <a:pt x="0" y="348"/>
                  </a:cubicBezTo>
                  <a:lnTo>
                    <a:pt x="0" y="1734"/>
                  </a:lnTo>
                  <a:cubicBezTo>
                    <a:pt x="0" y="1923"/>
                    <a:pt x="158" y="2080"/>
                    <a:pt x="379" y="2080"/>
                  </a:cubicBezTo>
                  <a:lnTo>
                    <a:pt x="1733" y="2080"/>
                  </a:lnTo>
                  <a:cubicBezTo>
                    <a:pt x="1954" y="2080"/>
                    <a:pt x="2111" y="1923"/>
                    <a:pt x="2111" y="1734"/>
                  </a:cubicBezTo>
                  <a:lnTo>
                    <a:pt x="2111" y="348"/>
                  </a:lnTo>
                  <a:cubicBezTo>
                    <a:pt x="2111" y="159"/>
                    <a:pt x="1954"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9902;p71"/>
            <p:cNvSpPr/>
            <p:nvPr/>
          </p:nvSpPr>
          <p:spPr>
            <a:xfrm>
              <a:off x="-31131375" y="2007250"/>
              <a:ext cx="52800" cy="52800"/>
            </a:xfrm>
            <a:custGeom>
              <a:avLst/>
              <a:gdLst/>
              <a:ahLst/>
              <a:cxnLst/>
              <a:rect l="l" t="t" r="r" b="b"/>
              <a:pathLst>
                <a:path w="2112" h="2112" extrusionOk="0">
                  <a:moveTo>
                    <a:pt x="1355" y="725"/>
                  </a:moveTo>
                  <a:lnTo>
                    <a:pt x="1355" y="1387"/>
                  </a:lnTo>
                  <a:lnTo>
                    <a:pt x="694" y="1387"/>
                  </a:lnTo>
                  <a:lnTo>
                    <a:pt x="694" y="725"/>
                  </a:lnTo>
                  <a:close/>
                  <a:moveTo>
                    <a:pt x="379" y="1"/>
                  </a:moveTo>
                  <a:cubicBezTo>
                    <a:pt x="158" y="1"/>
                    <a:pt x="0" y="158"/>
                    <a:pt x="0" y="379"/>
                  </a:cubicBezTo>
                  <a:lnTo>
                    <a:pt x="0" y="1733"/>
                  </a:lnTo>
                  <a:cubicBezTo>
                    <a:pt x="0" y="1954"/>
                    <a:pt x="158" y="2111"/>
                    <a:pt x="379" y="2111"/>
                  </a:cubicBezTo>
                  <a:lnTo>
                    <a:pt x="1733" y="2111"/>
                  </a:lnTo>
                  <a:cubicBezTo>
                    <a:pt x="1954" y="2111"/>
                    <a:pt x="2111" y="1954"/>
                    <a:pt x="2111" y="1733"/>
                  </a:cubicBezTo>
                  <a:lnTo>
                    <a:pt x="2111" y="379"/>
                  </a:lnTo>
                  <a:cubicBezTo>
                    <a:pt x="2111" y="158"/>
                    <a:pt x="1954"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9903;p71"/>
            <p:cNvSpPr/>
            <p:nvPr/>
          </p:nvSpPr>
          <p:spPr>
            <a:xfrm>
              <a:off x="-31062075" y="2007250"/>
              <a:ext cx="85875" cy="18150"/>
            </a:xfrm>
            <a:custGeom>
              <a:avLst/>
              <a:gdLst/>
              <a:ahLst/>
              <a:cxnLst/>
              <a:rect l="l" t="t" r="r" b="b"/>
              <a:pathLst>
                <a:path w="3435" h="726" extrusionOk="0">
                  <a:moveTo>
                    <a:pt x="347" y="1"/>
                  </a:moveTo>
                  <a:cubicBezTo>
                    <a:pt x="158" y="1"/>
                    <a:pt x="1" y="158"/>
                    <a:pt x="1" y="379"/>
                  </a:cubicBezTo>
                  <a:cubicBezTo>
                    <a:pt x="1" y="568"/>
                    <a:pt x="158" y="725"/>
                    <a:pt x="347" y="725"/>
                  </a:cubicBezTo>
                  <a:lnTo>
                    <a:pt x="3057" y="725"/>
                  </a:lnTo>
                  <a:cubicBezTo>
                    <a:pt x="3277" y="725"/>
                    <a:pt x="3435" y="568"/>
                    <a:pt x="3435" y="379"/>
                  </a:cubicBezTo>
                  <a:cubicBezTo>
                    <a:pt x="3435" y="158"/>
                    <a:pt x="3277" y="1"/>
                    <a:pt x="30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9904;p71"/>
            <p:cNvSpPr/>
            <p:nvPr/>
          </p:nvSpPr>
          <p:spPr>
            <a:xfrm>
              <a:off x="-31062075" y="2041900"/>
              <a:ext cx="52025" cy="18150"/>
            </a:xfrm>
            <a:custGeom>
              <a:avLst/>
              <a:gdLst/>
              <a:ahLst/>
              <a:cxnLst/>
              <a:rect l="l" t="t" r="r" b="b"/>
              <a:pathLst>
                <a:path w="2081" h="726" extrusionOk="0">
                  <a:moveTo>
                    <a:pt x="347" y="1"/>
                  </a:moveTo>
                  <a:cubicBezTo>
                    <a:pt x="158" y="1"/>
                    <a:pt x="1" y="158"/>
                    <a:pt x="1" y="347"/>
                  </a:cubicBezTo>
                  <a:cubicBezTo>
                    <a:pt x="1" y="568"/>
                    <a:pt x="158" y="725"/>
                    <a:pt x="347" y="725"/>
                  </a:cubicBezTo>
                  <a:lnTo>
                    <a:pt x="1734" y="725"/>
                  </a:lnTo>
                  <a:cubicBezTo>
                    <a:pt x="1923" y="725"/>
                    <a:pt x="2080" y="568"/>
                    <a:pt x="2080" y="347"/>
                  </a:cubicBezTo>
                  <a:cubicBezTo>
                    <a:pt x="2080" y="158"/>
                    <a:pt x="1923" y="1"/>
                    <a:pt x="17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9905;p71"/>
            <p:cNvSpPr/>
            <p:nvPr/>
          </p:nvSpPr>
          <p:spPr>
            <a:xfrm>
              <a:off x="-31062075" y="2076550"/>
              <a:ext cx="85875" cy="17375"/>
            </a:xfrm>
            <a:custGeom>
              <a:avLst/>
              <a:gdLst/>
              <a:ahLst/>
              <a:cxnLst/>
              <a:rect l="l" t="t" r="r" b="b"/>
              <a:pathLst>
                <a:path w="3435" h="695" extrusionOk="0">
                  <a:moveTo>
                    <a:pt x="347" y="1"/>
                  </a:moveTo>
                  <a:cubicBezTo>
                    <a:pt x="158" y="1"/>
                    <a:pt x="1" y="159"/>
                    <a:pt x="1" y="348"/>
                  </a:cubicBezTo>
                  <a:cubicBezTo>
                    <a:pt x="1" y="537"/>
                    <a:pt x="158" y="694"/>
                    <a:pt x="347" y="694"/>
                  </a:cubicBezTo>
                  <a:lnTo>
                    <a:pt x="3057" y="694"/>
                  </a:lnTo>
                  <a:cubicBezTo>
                    <a:pt x="3277" y="694"/>
                    <a:pt x="3435" y="537"/>
                    <a:pt x="3435" y="348"/>
                  </a:cubicBezTo>
                  <a:cubicBezTo>
                    <a:pt x="3435" y="159"/>
                    <a:pt x="3277" y="1"/>
                    <a:pt x="30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9906;p71"/>
            <p:cNvSpPr/>
            <p:nvPr/>
          </p:nvSpPr>
          <p:spPr>
            <a:xfrm>
              <a:off x="-31062075" y="2110425"/>
              <a:ext cx="52025" cy="18150"/>
            </a:xfrm>
            <a:custGeom>
              <a:avLst/>
              <a:gdLst/>
              <a:ahLst/>
              <a:cxnLst/>
              <a:rect l="l" t="t" r="r" b="b"/>
              <a:pathLst>
                <a:path w="2081" h="726" extrusionOk="0">
                  <a:moveTo>
                    <a:pt x="347" y="1"/>
                  </a:moveTo>
                  <a:cubicBezTo>
                    <a:pt x="158" y="1"/>
                    <a:pt x="1" y="190"/>
                    <a:pt x="1" y="379"/>
                  </a:cubicBezTo>
                  <a:cubicBezTo>
                    <a:pt x="1" y="568"/>
                    <a:pt x="158" y="725"/>
                    <a:pt x="347" y="725"/>
                  </a:cubicBezTo>
                  <a:lnTo>
                    <a:pt x="1734" y="725"/>
                  </a:lnTo>
                  <a:cubicBezTo>
                    <a:pt x="1923" y="725"/>
                    <a:pt x="2080" y="568"/>
                    <a:pt x="2080" y="379"/>
                  </a:cubicBezTo>
                  <a:cubicBezTo>
                    <a:pt x="2080" y="190"/>
                    <a:pt x="1923" y="1"/>
                    <a:pt x="17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9907;p71"/>
            <p:cNvSpPr/>
            <p:nvPr/>
          </p:nvSpPr>
          <p:spPr>
            <a:xfrm>
              <a:off x="-31062075" y="2145075"/>
              <a:ext cx="85875" cy="18150"/>
            </a:xfrm>
            <a:custGeom>
              <a:avLst/>
              <a:gdLst/>
              <a:ahLst/>
              <a:cxnLst/>
              <a:rect l="l" t="t" r="r" b="b"/>
              <a:pathLst>
                <a:path w="3435" h="726" extrusionOk="0">
                  <a:moveTo>
                    <a:pt x="347" y="1"/>
                  </a:moveTo>
                  <a:cubicBezTo>
                    <a:pt x="158" y="1"/>
                    <a:pt x="1" y="158"/>
                    <a:pt x="1" y="379"/>
                  </a:cubicBezTo>
                  <a:cubicBezTo>
                    <a:pt x="1" y="568"/>
                    <a:pt x="158" y="726"/>
                    <a:pt x="347" y="726"/>
                  </a:cubicBezTo>
                  <a:lnTo>
                    <a:pt x="3057" y="726"/>
                  </a:lnTo>
                  <a:cubicBezTo>
                    <a:pt x="3277" y="726"/>
                    <a:pt x="3435" y="568"/>
                    <a:pt x="3435" y="379"/>
                  </a:cubicBezTo>
                  <a:cubicBezTo>
                    <a:pt x="3435" y="158"/>
                    <a:pt x="3277" y="1"/>
                    <a:pt x="30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9908;p71"/>
            <p:cNvSpPr/>
            <p:nvPr/>
          </p:nvSpPr>
          <p:spPr>
            <a:xfrm>
              <a:off x="-31062075" y="2179750"/>
              <a:ext cx="52025" cy="18125"/>
            </a:xfrm>
            <a:custGeom>
              <a:avLst/>
              <a:gdLst/>
              <a:ahLst/>
              <a:cxnLst/>
              <a:rect l="l" t="t" r="r" b="b"/>
              <a:pathLst>
                <a:path w="2081" h="725" extrusionOk="0">
                  <a:moveTo>
                    <a:pt x="347" y="0"/>
                  </a:moveTo>
                  <a:cubicBezTo>
                    <a:pt x="158" y="0"/>
                    <a:pt x="1" y="158"/>
                    <a:pt x="1" y="347"/>
                  </a:cubicBezTo>
                  <a:cubicBezTo>
                    <a:pt x="1" y="567"/>
                    <a:pt x="158" y="725"/>
                    <a:pt x="347" y="725"/>
                  </a:cubicBezTo>
                  <a:lnTo>
                    <a:pt x="1734" y="725"/>
                  </a:lnTo>
                  <a:cubicBezTo>
                    <a:pt x="1923" y="725"/>
                    <a:pt x="2080" y="567"/>
                    <a:pt x="2080" y="347"/>
                  </a:cubicBezTo>
                  <a:cubicBezTo>
                    <a:pt x="2080" y="158"/>
                    <a:pt x="1923" y="0"/>
                    <a:pt x="17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9909;p71"/>
            <p:cNvSpPr/>
            <p:nvPr/>
          </p:nvSpPr>
          <p:spPr>
            <a:xfrm>
              <a:off x="-30924225" y="1974175"/>
              <a:ext cx="51200" cy="240250"/>
            </a:xfrm>
            <a:custGeom>
              <a:avLst/>
              <a:gdLst/>
              <a:ahLst/>
              <a:cxnLst/>
              <a:rect l="l" t="t" r="r" b="b"/>
              <a:pathLst>
                <a:path w="2048" h="9610" extrusionOk="0">
                  <a:moveTo>
                    <a:pt x="1008" y="662"/>
                  </a:moveTo>
                  <a:cubicBezTo>
                    <a:pt x="1229" y="662"/>
                    <a:pt x="1386" y="819"/>
                    <a:pt x="1386" y="1009"/>
                  </a:cubicBezTo>
                  <a:lnTo>
                    <a:pt x="1386" y="2080"/>
                  </a:lnTo>
                  <a:lnTo>
                    <a:pt x="725" y="2080"/>
                  </a:lnTo>
                  <a:lnTo>
                    <a:pt x="725" y="1009"/>
                  </a:lnTo>
                  <a:lnTo>
                    <a:pt x="662" y="1009"/>
                  </a:lnTo>
                  <a:cubicBezTo>
                    <a:pt x="662" y="819"/>
                    <a:pt x="819" y="662"/>
                    <a:pt x="1008" y="662"/>
                  </a:cubicBezTo>
                  <a:close/>
                  <a:moveTo>
                    <a:pt x="1323" y="2741"/>
                  </a:moveTo>
                  <a:lnTo>
                    <a:pt x="1323" y="6900"/>
                  </a:lnTo>
                  <a:lnTo>
                    <a:pt x="662" y="6900"/>
                  </a:lnTo>
                  <a:lnTo>
                    <a:pt x="662" y="2741"/>
                  </a:lnTo>
                  <a:close/>
                  <a:moveTo>
                    <a:pt x="1260" y="7562"/>
                  </a:moveTo>
                  <a:lnTo>
                    <a:pt x="1008" y="8192"/>
                  </a:lnTo>
                  <a:lnTo>
                    <a:pt x="819" y="7562"/>
                  </a:lnTo>
                  <a:close/>
                  <a:moveTo>
                    <a:pt x="1008" y="0"/>
                  </a:moveTo>
                  <a:cubicBezTo>
                    <a:pt x="473" y="0"/>
                    <a:pt x="0" y="473"/>
                    <a:pt x="0" y="1009"/>
                  </a:cubicBezTo>
                  <a:lnTo>
                    <a:pt x="0" y="7215"/>
                  </a:lnTo>
                  <a:lnTo>
                    <a:pt x="0" y="7309"/>
                  </a:lnTo>
                  <a:lnTo>
                    <a:pt x="662" y="9357"/>
                  </a:lnTo>
                  <a:cubicBezTo>
                    <a:pt x="693" y="9515"/>
                    <a:pt x="819" y="9609"/>
                    <a:pt x="977" y="9609"/>
                  </a:cubicBezTo>
                  <a:cubicBezTo>
                    <a:pt x="1134" y="9609"/>
                    <a:pt x="1260" y="9515"/>
                    <a:pt x="1292" y="9357"/>
                  </a:cubicBezTo>
                  <a:lnTo>
                    <a:pt x="1954" y="7309"/>
                  </a:lnTo>
                  <a:lnTo>
                    <a:pt x="1954" y="7215"/>
                  </a:lnTo>
                  <a:lnTo>
                    <a:pt x="1954" y="1009"/>
                  </a:lnTo>
                  <a:cubicBezTo>
                    <a:pt x="2048" y="441"/>
                    <a:pt x="1576" y="0"/>
                    <a:pt x="10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 name="ZoneTexte 53"/>
          <p:cNvSpPr txBox="1"/>
          <p:nvPr/>
        </p:nvSpPr>
        <p:spPr>
          <a:xfrm>
            <a:off x="38857" y="2633247"/>
            <a:ext cx="2782895" cy="400110"/>
          </a:xfrm>
          <a:prstGeom prst="rect">
            <a:avLst/>
          </a:prstGeom>
          <a:noFill/>
        </p:spPr>
        <p:txBody>
          <a:bodyPr wrap="square" rtlCol="0">
            <a:spAutoFit/>
          </a:bodyPr>
          <a:lstStyle/>
          <a:p>
            <a:pPr algn="ctr"/>
            <a:r>
              <a:rPr lang="fr-FR" sz="2000" b="1" dirty="0" smtClean="0">
                <a:solidFill>
                  <a:schemeClr val="accent1">
                    <a:lumMod val="75000"/>
                  </a:schemeClr>
                </a:solidFill>
                <a:latin typeface="Poppins"/>
              </a:rPr>
              <a:t>Contexte</a:t>
            </a:r>
            <a:endParaRPr lang="en-US" sz="2000" b="1" dirty="0">
              <a:solidFill>
                <a:schemeClr val="accent1">
                  <a:lumMod val="75000"/>
                </a:schemeClr>
              </a:solidFill>
              <a:latin typeface="Poppins"/>
            </a:endParaRPr>
          </a:p>
        </p:txBody>
      </p:sp>
      <p:sp>
        <p:nvSpPr>
          <p:cNvPr id="55" name="ZoneTexte 54"/>
          <p:cNvSpPr txBox="1"/>
          <p:nvPr/>
        </p:nvSpPr>
        <p:spPr>
          <a:xfrm>
            <a:off x="6499311" y="3359601"/>
            <a:ext cx="2782895" cy="400110"/>
          </a:xfrm>
          <a:prstGeom prst="rect">
            <a:avLst/>
          </a:prstGeom>
          <a:noFill/>
        </p:spPr>
        <p:txBody>
          <a:bodyPr wrap="square" rtlCol="0">
            <a:spAutoFit/>
          </a:bodyPr>
          <a:lstStyle/>
          <a:p>
            <a:r>
              <a:rPr lang="fr-FR" sz="2000" b="1" dirty="0" smtClean="0">
                <a:solidFill>
                  <a:schemeClr val="accent1">
                    <a:lumMod val="75000"/>
                  </a:schemeClr>
                </a:solidFill>
                <a:latin typeface="Poppins"/>
              </a:rPr>
              <a:t>Résultat attendus</a:t>
            </a:r>
            <a:endParaRPr lang="en-US" sz="2000" b="1" dirty="0">
              <a:solidFill>
                <a:schemeClr val="accent1">
                  <a:lumMod val="75000"/>
                </a:schemeClr>
              </a:solidFill>
              <a:latin typeface="Poppins"/>
            </a:endParaRPr>
          </a:p>
        </p:txBody>
      </p:sp>
      <p:sp>
        <p:nvSpPr>
          <p:cNvPr id="56" name="ZoneTexte 55"/>
          <p:cNvSpPr txBox="1"/>
          <p:nvPr/>
        </p:nvSpPr>
        <p:spPr>
          <a:xfrm>
            <a:off x="5961290" y="1408129"/>
            <a:ext cx="2782895" cy="400110"/>
          </a:xfrm>
          <a:prstGeom prst="rect">
            <a:avLst/>
          </a:prstGeom>
          <a:noFill/>
        </p:spPr>
        <p:txBody>
          <a:bodyPr wrap="square" rtlCol="0">
            <a:spAutoFit/>
          </a:bodyPr>
          <a:lstStyle/>
          <a:p>
            <a:pPr algn="ctr"/>
            <a:r>
              <a:rPr lang="fr-FR" sz="2000" b="1" dirty="0" smtClean="0">
                <a:solidFill>
                  <a:schemeClr val="accent1">
                    <a:lumMod val="75000"/>
                  </a:schemeClr>
                </a:solidFill>
                <a:latin typeface="Poppins"/>
              </a:rPr>
              <a:t>Objectif</a:t>
            </a:r>
            <a:endParaRPr lang="en-US" sz="2000" b="1" dirty="0">
              <a:solidFill>
                <a:schemeClr val="accent1">
                  <a:lumMod val="75000"/>
                </a:schemeClr>
              </a:solidFill>
              <a:latin typeface="Poppins"/>
            </a:endParaRPr>
          </a:p>
        </p:txBody>
      </p:sp>
      <p:sp>
        <p:nvSpPr>
          <p:cNvPr id="57" name="ZoneTexte 56"/>
          <p:cNvSpPr txBox="1"/>
          <p:nvPr/>
        </p:nvSpPr>
        <p:spPr>
          <a:xfrm>
            <a:off x="5649974" y="1754780"/>
            <a:ext cx="3896465" cy="923330"/>
          </a:xfrm>
          <a:prstGeom prst="rect">
            <a:avLst/>
          </a:prstGeom>
          <a:noFill/>
        </p:spPr>
        <p:txBody>
          <a:bodyPr wrap="square" rtlCol="0">
            <a:spAutoFit/>
          </a:bodyPr>
          <a:lstStyle/>
          <a:p>
            <a:pPr algn="ctr"/>
            <a:r>
              <a:rPr lang="fr-FR" dirty="0" smtClean="0">
                <a:latin typeface="Poppins"/>
              </a:rPr>
              <a:t>Concevoir et réaliser un système de gestion pour un site web spécialisé dans l’immobilier</a:t>
            </a:r>
            <a:endParaRPr lang="en-US" dirty="0">
              <a:latin typeface="Poppins"/>
            </a:endParaRPr>
          </a:p>
        </p:txBody>
      </p:sp>
      <p:sp>
        <p:nvSpPr>
          <p:cNvPr id="58" name="ZoneTexte 57"/>
          <p:cNvSpPr txBox="1"/>
          <p:nvPr/>
        </p:nvSpPr>
        <p:spPr>
          <a:xfrm>
            <a:off x="6499311" y="3745446"/>
            <a:ext cx="3518748" cy="2308324"/>
          </a:xfrm>
          <a:prstGeom prst="rect">
            <a:avLst/>
          </a:prstGeom>
          <a:noFill/>
        </p:spPr>
        <p:txBody>
          <a:bodyPr wrap="square" rtlCol="0">
            <a:spAutoFit/>
          </a:bodyPr>
          <a:lstStyle/>
          <a:p>
            <a:pPr marL="285750" indent="-285750">
              <a:buFont typeface="Wingdings" panose="05000000000000000000" pitchFamily="2" charset="2"/>
              <a:buChar char="ü"/>
            </a:pPr>
            <a:r>
              <a:rPr lang="fr-FR" dirty="0" smtClean="0"/>
              <a:t>Fiable</a:t>
            </a:r>
            <a:endParaRPr lang="fr-FR" dirty="0" smtClean="0">
              <a:latin typeface="Poppins"/>
            </a:endParaRPr>
          </a:p>
          <a:p>
            <a:pPr marL="285750" indent="-285750">
              <a:buFont typeface="Wingdings" panose="05000000000000000000" pitchFamily="2" charset="2"/>
              <a:buChar char="ü"/>
            </a:pPr>
            <a:r>
              <a:rPr lang="fr-FR" dirty="0" smtClean="0">
                <a:latin typeface="Poppins"/>
              </a:rPr>
              <a:t>Conviviale</a:t>
            </a:r>
          </a:p>
          <a:p>
            <a:pPr marL="285750" indent="-285750">
              <a:buFont typeface="Wingdings" panose="05000000000000000000" pitchFamily="2" charset="2"/>
              <a:buChar char="ü"/>
            </a:pPr>
            <a:r>
              <a:rPr lang="fr-FR" dirty="0" smtClean="0">
                <a:latin typeface="Poppins"/>
              </a:rPr>
              <a:t>Responsive</a:t>
            </a:r>
          </a:p>
          <a:p>
            <a:pPr marL="285750" indent="-285750">
              <a:buFont typeface="Wingdings" panose="05000000000000000000" pitchFamily="2" charset="2"/>
              <a:buChar char="ü"/>
            </a:pPr>
            <a:r>
              <a:rPr lang="fr-FR" dirty="0" smtClean="0">
                <a:latin typeface="Poppins"/>
              </a:rPr>
              <a:t>Performante</a:t>
            </a:r>
          </a:p>
          <a:p>
            <a:pPr marL="285750" indent="-285750">
              <a:buFont typeface="Wingdings" panose="05000000000000000000" pitchFamily="2" charset="2"/>
              <a:buChar char="ü"/>
            </a:pPr>
            <a:r>
              <a:rPr lang="fr-FR" dirty="0" smtClean="0">
                <a:latin typeface="Poppins"/>
              </a:rPr>
              <a:t>Robuste</a:t>
            </a:r>
          </a:p>
          <a:p>
            <a:pPr marL="285750" indent="-285750">
              <a:buFont typeface="Wingdings" panose="05000000000000000000" pitchFamily="2" charset="2"/>
              <a:buChar char="ü"/>
            </a:pPr>
            <a:r>
              <a:rPr lang="fr-FR" dirty="0" smtClean="0">
                <a:latin typeface="Poppins"/>
              </a:rPr>
              <a:t>Réutilisable</a:t>
            </a:r>
          </a:p>
          <a:p>
            <a:pPr marL="285750" indent="-285750">
              <a:buFont typeface="Wingdings" panose="05000000000000000000" pitchFamily="2" charset="2"/>
              <a:buChar char="ü"/>
            </a:pPr>
            <a:r>
              <a:rPr lang="fr-FR" dirty="0" smtClean="0">
                <a:latin typeface="Poppins"/>
              </a:rPr>
              <a:t>Répondre aux besoins de l’utilisateurs</a:t>
            </a:r>
            <a:endParaRPr lang="en-US" dirty="0"/>
          </a:p>
        </p:txBody>
      </p:sp>
      <p:sp>
        <p:nvSpPr>
          <p:cNvPr id="59" name="ZoneTexte 58"/>
          <p:cNvSpPr txBox="1"/>
          <p:nvPr/>
        </p:nvSpPr>
        <p:spPr>
          <a:xfrm>
            <a:off x="-8051" y="2980820"/>
            <a:ext cx="3137260" cy="3693319"/>
          </a:xfrm>
          <a:prstGeom prst="rect">
            <a:avLst/>
          </a:prstGeom>
          <a:noFill/>
        </p:spPr>
        <p:txBody>
          <a:bodyPr wrap="square" rtlCol="0">
            <a:spAutoFit/>
          </a:bodyPr>
          <a:lstStyle/>
          <a:p>
            <a:r>
              <a:rPr lang="fr-FR" dirty="0" smtClean="0">
                <a:latin typeface="Poppins"/>
              </a:rPr>
              <a:t>Un client souhaite un </a:t>
            </a:r>
            <a:r>
              <a:rPr lang="fr-FR" dirty="0">
                <a:latin typeface="Poppins"/>
              </a:rPr>
              <a:t>d’un système de gestion pour un site web spécialisé dans l’immobilier</a:t>
            </a:r>
            <a:r>
              <a:rPr lang="fr-FR" b="1" dirty="0">
                <a:latin typeface="Poppins"/>
              </a:rPr>
              <a:t>,</a:t>
            </a:r>
            <a:r>
              <a:rPr lang="fr-FR" dirty="0">
                <a:latin typeface="Poppins"/>
              </a:rPr>
              <a:t> pour faciliter la recherche des propriétés (chambres, appartements, terrains, etc…), des agences fiables pour le client et les propriétaires. </a:t>
            </a:r>
            <a:endParaRPr lang="en-US" dirty="0">
              <a:latin typeface="Poppins"/>
            </a:endParaRPr>
          </a:p>
        </p:txBody>
      </p:sp>
      <p:sp>
        <p:nvSpPr>
          <p:cNvPr id="60" name="ZoneTexte 59">
            <a:extLst>
              <a:ext uri="{FF2B5EF4-FFF2-40B4-BE49-F238E27FC236}">
                <a16:creationId xmlns:a16="http://schemas.microsoft.com/office/drawing/2014/main" id="{859978B1-2142-0A1A-9A40-607AB34C0CD9}"/>
              </a:ext>
            </a:extLst>
          </p:cNvPr>
          <p:cNvSpPr txBox="1"/>
          <p:nvPr/>
        </p:nvSpPr>
        <p:spPr>
          <a:xfrm>
            <a:off x="1819610" y="233000"/>
            <a:ext cx="5533127" cy="523220"/>
          </a:xfrm>
          <a:prstGeom prst="rect">
            <a:avLst/>
          </a:prstGeom>
          <a:noFill/>
        </p:spPr>
        <p:txBody>
          <a:bodyPr wrap="square" rtlCol="0">
            <a:spAutoFit/>
          </a:bodyPr>
          <a:lstStyle/>
          <a:p>
            <a:r>
              <a:rPr lang="fr-FR" sz="2800" b="1" dirty="0" smtClean="0">
                <a:solidFill>
                  <a:schemeClr val="accent1">
                    <a:lumMod val="75000"/>
                  </a:schemeClr>
                </a:solidFill>
                <a:latin typeface="Poppins" panose="00000500000000000000" pitchFamily="2" charset="0"/>
                <a:cs typeface="Poppins" panose="00000500000000000000" pitchFamily="2" charset="0"/>
              </a:rPr>
              <a:t>Description du projet</a:t>
            </a:r>
            <a:endParaRPr lang="fr-FR" sz="2800" b="1" dirty="0">
              <a:solidFill>
                <a:schemeClr val="accent1">
                  <a:lumMod val="75000"/>
                </a:schemeClr>
              </a:solidFill>
              <a:latin typeface="Poppins" panose="00000500000000000000" pitchFamily="2" charset="0"/>
              <a:cs typeface="Poppins" panose="00000500000000000000" pitchFamily="2" charset="0"/>
            </a:endParaRPr>
          </a:p>
        </p:txBody>
      </p:sp>
      <p:cxnSp>
        <p:nvCxnSpPr>
          <p:cNvPr id="3" name="Connecteur droit 2"/>
          <p:cNvCxnSpPr/>
          <p:nvPr/>
        </p:nvCxnSpPr>
        <p:spPr>
          <a:xfrm flipV="1">
            <a:off x="1560579" y="726638"/>
            <a:ext cx="5059296" cy="7648"/>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24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000"/>
                                        <p:tgtEl>
                                          <p:spTgt spid="59"/>
                                        </p:tgtEl>
                                      </p:cBhvr>
                                    </p:animEffect>
                                    <p:anim calcmode="lin" valueType="num">
                                      <p:cBhvr>
                                        <p:cTn id="8" dur="1000" fill="hold"/>
                                        <p:tgtEl>
                                          <p:spTgt spid="59"/>
                                        </p:tgtEl>
                                        <p:attrNameLst>
                                          <p:attrName>ppt_x</p:attrName>
                                        </p:attrNameLst>
                                      </p:cBhvr>
                                      <p:tavLst>
                                        <p:tav tm="0">
                                          <p:val>
                                            <p:strVal val="#ppt_x"/>
                                          </p:val>
                                        </p:tav>
                                        <p:tav tm="100000">
                                          <p:val>
                                            <p:strVal val="#ppt_x"/>
                                          </p:val>
                                        </p:tav>
                                      </p:tavLst>
                                    </p:anim>
                                    <p:anim calcmode="lin" valueType="num">
                                      <p:cBhvr>
                                        <p:cTn id="9" dur="1000" fill="hold"/>
                                        <p:tgtEl>
                                          <p:spTgt spid="5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1000"/>
                                        <p:tgtEl>
                                          <p:spTgt spid="54"/>
                                        </p:tgtEl>
                                      </p:cBhvr>
                                    </p:animEffect>
                                    <p:anim calcmode="lin" valueType="num">
                                      <p:cBhvr>
                                        <p:cTn id="13" dur="1000" fill="hold"/>
                                        <p:tgtEl>
                                          <p:spTgt spid="54"/>
                                        </p:tgtEl>
                                        <p:attrNameLst>
                                          <p:attrName>ppt_x</p:attrName>
                                        </p:attrNameLst>
                                      </p:cBhvr>
                                      <p:tavLst>
                                        <p:tav tm="0">
                                          <p:val>
                                            <p:strVal val="#ppt_x"/>
                                          </p:val>
                                        </p:tav>
                                        <p:tav tm="100000">
                                          <p:val>
                                            <p:strVal val="#ppt_x"/>
                                          </p:val>
                                        </p:tav>
                                      </p:tavLst>
                                    </p:anim>
                                    <p:anim calcmode="lin" valueType="num">
                                      <p:cBhvr>
                                        <p:cTn id="14"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9"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53D1CC-A8A6-51DD-AA10-14B877869E36}"/>
              </a:ext>
            </a:extLst>
          </p:cNvPr>
          <p:cNvSpPr>
            <a:spLocks noGrp="1"/>
          </p:cNvSpPr>
          <p:nvPr>
            <p:ph type="title"/>
          </p:nvPr>
        </p:nvSpPr>
        <p:spPr/>
        <p:txBody>
          <a:bodyPr/>
          <a:lstStyle/>
          <a:p>
            <a:r>
              <a:rPr lang="fr-FR" b="1" dirty="0" smtClean="0">
                <a:solidFill>
                  <a:srgbClr val="1F4D78"/>
                </a:solidFill>
                <a:latin typeface="Poppins" panose="00000500000000000000" pitchFamily="2" charset="0"/>
                <a:cs typeface="Poppins" panose="00000500000000000000" pitchFamily="2" charset="0"/>
              </a:rPr>
              <a:t>Besoin de l’utilisateurs</a:t>
            </a:r>
            <a:endParaRPr lang="fr-FR" dirty="0"/>
          </a:p>
        </p:txBody>
      </p:sp>
      <p:sp>
        <p:nvSpPr>
          <p:cNvPr id="4" name="ZoneTexte 3"/>
          <p:cNvSpPr txBox="1"/>
          <p:nvPr/>
        </p:nvSpPr>
        <p:spPr>
          <a:xfrm>
            <a:off x="711200" y="1816100"/>
            <a:ext cx="7645400" cy="3416320"/>
          </a:xfrm>
          <a:prstGeom prst="rect">
            <a:avLst/>
          </a:prstGeom>
          <a:noFill/>
        </p:spPr>
        <p:txBody>
          <a:bodyPr wrap="square" rtlCol="0">
            <a:spAutoFit/>
          </a:bodyPr>
          <a:lstStyle/>
          <a:p>
            <a:pPr marL="342900" lvl="0" indent="-342900">
              <a:buFont typeface="Wingdings" panose="05000000000000000000" pitchFamily="2" charset="2"/>
              <a:buChar char="q"/>
            </a:pPr>
            <a:r>
              <a:rPr lang="fr-FR" sz="2400" dirty="0">
                <a:solidFill>
                  <a:schemeClr val="accent1">
                    <a:lumMod val="75000"/>
                  </a:schemeClr>
                </a:solidFill>
                <a:latin typeface="Poppins" panose="00000500000000000000"/>
              </a:rPr>
              <a:t>Gérer compte utilisateur</a:t>
            </a:r>
            <a:endParaRPr lang="en-US" sz="2400" dirty="0">
              <a:solidFill>
                <a:schemeClr val="accent1">
                  <a:lumMod val="75000"/>
                </a:schemeClr>
              </a:solidFill>
              <a:latin typeface="Poppins" panose="00000500000000000000"/>
            </a:endParaRPr>
          </a:p>
          <a:p>
            <a:pPr marL="342900" lvl="0" indent="-342900">
              <a:buFont typeface="Wingdings" panose="05000000000000000000" pitchFamily="2" charset="2"/>
              <a:buChar char="q"/>
            </a:pPr>
            <a:r>
              <a:rPr lang="fr-FR" sz="2400" dirty="0">
                <a:solidFill>
                  <a:schemeClr val="accent1">
                    <a:lumMod val="75000"/>
                  </a:schemeClr>
                </a:solidFill>
                <a:latin typeface="Poppins" panose="00000500000000000000"/>
              </a:rPr>
              <a:t>Gérer abonnement</a:t>
            </a:r>
            <a:endParaRPr lang="en-US" sz="2400" dirty="0">
              <a:solidFill>
                <a:schemeClr val="accent1">
                  <a:lumMod val="75000"/>
                </a:schemeClr>
              </a:solidFill>
              <a:latin typeface="Poppins" panose="00000500000000000000"/>
            </a:endParaRPr>
          </a:p>
          <a:p>
            <a:pPr marL="342900" lvl="0" indent="-342900">
              <a:buFont typeface="Wingdings" panose="05000000000000000000" pitchFamily="2" charset="2"/>
              <a:buChar char="q"/>
            </a:pPr>
            <a:r>
              <a:rPr lang="fr-FR" sz="2400" dirty="0">
                <a:solidFill>
                  <a:schemeClr val="accent1">
                    <a:lumMod val="75000"/>
                  </a:schemeClr>
                </a:solidFill>
                <a:latin typeface="Poppins" panose="00000500000000000000"/>
              </a:rPr>
              <a:t>Vérifier propriété</a:t>
            </a:r>
            <a:endParaRPr lang="en-US" sz="2400" dirty="0">
              <a:solidFill>
                <a:schemeClr val="accent1">
                  <a:lumMod val="75000"/>
                </a:schemeClr>
              </a:solidFill>
              <a:latin typeface="Poppins" panose="00000500000000000000"/>
            </a:endParaRPr>
          </a:p>
          <a:p>
            <a:pPr marL="342900" lvl="0" indent="-342900">
              <a:buFont typeface="Wingdings" panose="05000000000000000000" pitchFamily="2" charset="2"/>
              <a:buChar char="q"/>
            </a:pPr>
            <a:r>
              <a:rPr lang="fr-FR" sz="2400" dirty="0">
                <a:solidFill>
                  <a:schemeClr val="accent1">
                    <a:lumMod val="75000"/>
                  </a:schemeClr>
                </a:solidFill>
                <a:latin typeface="Poppins" panose="00000500000000000000"/>
              </a:rPr>
              <a:t>Gérer annonce </a:t>
            </a:r>
            <a:r>
              <a:rPr lang="fr-FR" sz="2400" dirty="0" smtClean="0">
                <a:solidFill>
                  <a:schemeClr val="accent1">
                    <a:lumMod val="75000"/>
                  </a:schemeClr>
                </a:solidFill>
                <a:latin typeface="Poppins" panose="00000500000000000000"/>
              </a:rPr>
              <a:t>publicitaire</a:t>
            </a:r>
          </a:p>
          <a:p>
            <a:pPr marL="342900" lvl="0" indent="-342900">
              <a:buFont typeface="Wingdings" panose="05000000000000000000" pitchFamily="2" charset="2"/>
              <a:buChar char="q"/>
            </a:pPr>
            <a:r>
              <a:rPr lang="fr-FR" sz="2400" dirty="0">
                <a:solidFill>
                  <a:schemeClr val="accent1">
                    <a:lumMod val="75000"/>
                  </a:schemeClr>
                </a:solidFill>
                <a:latin typeface="Poppins" panose="00000500000000000000"/>
              </a:rPr>
              <a:t>Gérer compte agent</a:t>
            </a:r>
            <a:endParaRPr lang="en-US" sz="2400" dirty="0">
              <a:solidFill>
                <a:schemeClr val="accent1">
                  <a:lumMod val="75000"/>
                </a:schemeClr>
              </a:solidFill>
              <a:latin typeface="Poppins" panose="00000500000000000000"/>
            </a:endParaRPr>
          </a:p>
          <a:p>
            <a:pPr marL="342900" lvl="0" indent="-342900">
              <a:buFont typeface="Wingdings" panose="05000000000000000000" pitchFamily="2" charset="2"/>
              <a:buChar char="q"/>
            </a:pPr>
            <a:r>
              <a:rPr lang="fr-FR" sz="2400" dirty="0">
                <a:solidFill>
                  <a:schemeClr val="accent1">
                    <a:lumMod val="75000"/>
                  </a:schemeClr>
                </a:solidFill>
                <a:latin typeface="Poppins" panose="00000500000000000000"/>
              </a:rPr>
              <a:t>Gérer publication</a:t>
            </a:r>
            <a:endParaRPr lang="en-US" sz="2400" dirty="0">
              <a:solidFill>
                <a:schemeClr val="accent1">
                  <a:lumMod val="75000"/>
                </a:schemeClr>
              </a:solidFill>
              <a:latin typeface="Poppins" panose="00000500000000000000"/>
            </a:endParaRPr>
          </a:p>
          <a:p>
            <a:pPr marL="342900" lvl="0" indent="-342900">
              <a:buFont typeface="Wingdings" panose="05000000000000000000" pitchFamily="2" charset="2"/>
              <a:buChar char="q"/>
            </a:pPr>
            <a:r>
              <a:rPr lang="fr-FR" sz="2400" dirty="0">
                <a:solidFill>
                  <a:schemeClr val="accent1">
                    <a:lumMod val="75000"/>
                  </a:schemeClr>
                </a:solidFill>
                <a:latin typeface="Poppins" panose="00000500000000000000"/>
              </a:rPr>
              <a:t>Gérer visite</a:t>
            </a:r>
            <a:endParaRPr lang="en-US" sz="2400" dirty="0">
              <a:solidFill>
                <a:schemeClr val="accent1">
                  <a:lumMod val="75000"/>
                </a:schemeClr>
              </a:solidFill>
              <a:latin typeface="Poppins" panose="00000500000000000000"/>
            </a:endParaRPr>
          </a:p>
          <a:p>
            <a:pPr marL="342900" lvl="0" indent="-342900">
              <a:buFont typeface="Wingdings" panose="05000000000000000000" pitchFamily="2" charset="2"/>
              <a:buChar char="q"/>
            </a:pPr>
            <a:r>
              <a:rPr lang="fr-FR" sz="2400" dirty="0">
                <a:solidFill>
                  <a:schemeClr val="accent1">
                    <a:lumMod val="75000"/>
                  </a:schemeClr>
                </a:solidFill>
                <a:latin typeface="Poppins" panose="00000500000000000000"/>
              </a:rPr>
              <a:t>Gérer réservation</a:t>
            </a:r>
            <a:endParaRPr lang="en-US" sz="2400" dirty="0">
              <a:solidFill>
                <a:schemeClr val="accent1">
                  <a:lumMod val="75000"/>
                </a:schemeClr>
              </a:solidFill>
              <a:latin typeface="Poppins" panose="00000500000000000000"/>
            </a:endParaRPr>
          </a:p>
          <a:p>
            <a:pPr lvl="0"/>
            <a:endParaRPr lang="en-US" sz="2400" dirty="0">
              <a:solidFill>
                <a:schemeClr val="accent1">
                  <a:lumMod val="75000"/>
                </a:schemeClr>
              </a:solidFill>
              <a:latin typeface="Poppins" panose="00000500000000000000"/>
            </a:endParaRPr>
          </a:p>
        </p:txBody>
      </p:sp>
    </p:spTree>
    <p:extLst>
      <p:ext uri="{BB962C8B-B14F-4D97-AF65-F5344CB8AC3E}">
        <p14:creationId xmlns:p14="http://schemas.microsoft.com/office/powerpoint/2010/main" val="2647917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pic>
        <p:nvPicPr>
          <p:cNvPr id="60" name="Image 59"/>
          <p:cNvPicPr/>
          <p:nvPr/>
        </p:nvPicPr>
        <p:blipFill>
          <a:blip r:embed="rId4">
            <a:extLst>
              <a:ext uri="{28A0092B-C50C-407E-A947-70E740481C1C}">
                <a14:useLocalDpi xmlns:a14="http://schemas.microsoft.com/office/drawing/2010/main" val="0"/>
              </a:ext>
            </a:extLst>
          </a:blip>
          <a:stretch>
            <a:fillRect/>
          </a:stretch>
        </p:blipFill>
        <p:spPr>
          <a:xfrm>
            <a:off x="0" y="1237130"/>
            <a:ext cx="12192000" cy="5620870"/>
          </a:xfrm>
          <a:prstGeom prst="rect">
            <a:avLst/>
          </a:prstGeom>
        </p:spPr>
      </p:pic>
      <p:sp>
        <p:nvSpPr>
          <p:cNvPr id="61" name="ZoneTexte 60"/>
          <p:cNvSpPr txBox="1"/>
          <p:nvPr/>
        </p:nvSpPr>
        <p:spPr>
          <a:xfrm>
            <a:off x="753036" y="159912"/>
            <a:ext cx="6144943" cy="1077218"/>
          </a:xfrm>
          <a:prstGeom prst="rect">
            <a:avLst/>
          </a:prstGeom>
          <a:noFill/>
        </p:spPr>
        <p:txBody>
          <a:bodyPr wrap="square" rtlCol="0">
            <a:spAutoFit/>
          </a:bodyPr>
          <a:lstStyle/>
          <a:p>
            <a:pPr algn="ctr"/>
            <a:r>
              <a:rPr lang="fr-FR" sz="3200" b="1" dirty="0" smtClean="0">
                <a:solidFill>
                  <a:schemeClr val="accent1">
                    <a:lumMod val="75000"/>
                  </a:schemeClr>
                </a:solidFill>
                <a:latin typeface="Poppins" panose="00000500000000000000"/>
              </a:rPr>
              <a:t>Chronogramme du Projet (en Jour)</a:t>
            </a:r>
            <a:endParaRPr lang="en-US" sz="3200" b="1" dirty="0">
              <a:solidFill>
                <a:schemeClr val="accent1">
                  <a:lumMod val="75000"/>
                </a:schemeClr>
              </a:solidFill>
              <a:latin typeface="Poppins" panose="00000500000000000000"/>
            </a:endParaRPr>
          </a:p>
        </p:txBody>
      </p:sp>
    </p:spTree>
    <p:extLst>
      <p:ext uri="{BB962C8B-B14F-4D97-AF65-F5344CB8AC3E}">
        <p14:creationId xmlns:p14="http://schemas.microsoft.com/office/powerpoint/2010/main" val="24059505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859978B1-2142-0A1A-9A40-607AB34C0CD9}"/>
              </a:ext>
            </a:extLst>
          </p:cNvPr>
          <p:cNvSpPr txBox="1"/>
          <p:nvPr/>
        </p:nvSpPr>
        <p:spPr>
          <a:xfrm>
            <a:off x="2455173" y="2863470"/>
            <a:ext cx="8246853" cy="707886"/>
          </a:xfrm>
          <a:prstGeom prst="rect">
            <a:avLst/>
          </a:prstGeom>
          <a:noFill/>
        </p:spPr>
        <p:txBody>
          <a:bodyPr wrap="square" rtlCol="0">
            <a:spAutoFit/>
          </a:bodyPr>
          <a:lstStyle/>
          <a:p>
            <a:r>
              <a:rPr lang="fr-FR" sz="4000" b="1" dirty="0" smtClean="0">
                <a:solidFill>
                  <a:schemeClr val="accent1">
                    <a:lumMod val="75000"/>
                  </a:schemeClr>
                </a:solidFill>
                <a:latin typeface="Poppins" panose="00000500000000000000" pitchFamily="2" charset="0"/>
                <a:cs typeface="Poppins" panose="00000500000000000000" pitchFamily="2" charset="0"/>
              </a:rPr>
              <a:t>Analyse et conceptio</a:t>
            </a:r>
            <a:r>
              <a:rPr lang="fr-FR" sz="4000" b="1" dirty="0">
                <a:solidFill>
                  <a:schemeClr val="accent1">
                    <a:lumMod val="75000"/>
                  </a:schemeClr>
                </a:solidFill>
                <a:latin typeface="Poppins" panose="00000500000000000000" pitchFamily="2" charset="0"/>
                <a:cs typeface="Poppins" panose="00000500000000000000" pitchFamily="2" charset="0"/>
              </a:rPr>
              <a:t>n</a:t>
            </a:r>
          </a:p>
        </p:txBody>
      </p:sp>
    </p:spTree>
    <p:extLst>
      <p:ext uri="{BB962C8B-B14F-4D97-AF65-F5344CB8AC3E}">
        <p14:creationId xmlns:p14="http://schemas.microsoft.com/office/powerpoint/2010/main" val="336510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7000"/>
            <a:lum/>
          </a:blip>
          <a:srcRect/>
          <a:stretch>
            <a:fillRect t="-13000" b="-13000"/>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A6C20A-7FD4-EF38-9AB6-0A74EE12895B}"/>
              </a:ext>
            </a:extLst>
          </p:cNvPr>
          <p:cNvSpPr>
            <a:spLocks noGrp="1"/>
          </p:cNvSpPr>
          <p:nvPr>
            <p:ph type="title"/>
          </p:nvPr>
        </p:nvSpPr>
        <p:spPr/>
        <p:txBody>
          <a:bodyPr/>
          <a:lstStyle/>
          <a:p>
            <a:r>
              <a:rPr lang="fr-FR" b="1" dirty="0" smtClean="0">
                <a:solidFill>
                  <a:srgbClr val="1F4D78"/>
                </a:solidFill>
                <a:latin typeface="Poppins" panose="00000500000000000000" pitchFamily="2" charset="0"/>
                <a:cs typeface="Poppins" panose="00000500000000000000" pitchFamily="2" charset="0"/>
              </a:rPr>
              <a:t>Organisation actuelle</a:t>
            </a:r>
            <a:endParaRPr lang="fr-FR" dirty="0"/>
          </a:p>
        </p:txBody>
      </p:sp>
      <p:sp>
        <p:nvSpPr>
          <p:cNvPr id="3" name="ZoneTexte 2"/>
          <p:cNvSpPr txBox="1"/>
          <p:nvPr/>
        </p:nvSpPr>
        <p:spPr>
          <a:xfrm>
            <a:off x="2348143" y="1775329"/>
            <a:ext cx="5068657" cy="954107"/>
          </a:xfrm>
          <a:prstGeom prst="rect">
            <a:avLst/>
          </a:prstGeom>
          <a:noFill/>
        </p:spPr>
        <p:txBody>
          <a:bodyPr wrap="square" rtlCol="0">
            <a:spAutoFit/>
          </a:bodyPr>
          <a:lstStyle/>
          <a:p>
            <a:pPr algn="ctr"/>
            <a:r>
              <a:rPr lang="fr-FR" sz="2800" dirty="0" smtClean="0">
                <a:latin typeface="Poppins" panose="00000500000000000000"/>
              </a:rPr>
              <a:t>Le client ne dispose qu'un serveur</a:t>
            </a:r>
            <a:endParaRPr lang="en-US" sz="2800" dirty="0">
              <a:latin typeface="Poppins" panose="00000500000000000000"/>
            </a:endParaRPr>
          </a:p>
        </p:txBody>
      </p:sp>
      <p:grpSp>
        <p:nvGrpSpPr>
          <p:cNvPr id="5" name="Google Shape;9555;p70"/>
          <p:cNvGrpSpPr/>
          <p:nvPr/>
        </p:nvGrpSpPr>
        <p:grpSpPr>
          <a:xfrm>
            <a:off x="977900" y="1690690"/>
            <a:ext cx="1079500" cy="1243010"/>
            <a:chOff x="-59100700" y="1911950"/>
            <a:chExt cx="315875" cy="319000"/>
          </a:xfrm>
        </p:grpSpPr>
        <p:sp>
          <p:nvSpPr>
            <p:cNvPr id="6" name="Google Shape;9556;p70"/>
            <p:cNvSpPr/>
            <p:nvPr/>
          </p:nvSpPr>
          <p:spPr>
            <a:xfrm>
              <a:off x="-59015625" y="1993850"/>
              <a:ext cx="20500" cy="20525"/>
            </a:xfrm>
            <a:custGeom>
              <a:avLst/>
              <a:gdLst/>
              <a:ahLst/>
              <a:cxnLst/>
              <a:rect l="l" t="t" r="r" b="b"/>
              <a:pathLst>
                <a:path w="820" h="821" extrusionOk="0">
                  <a:moveTo>
                    <a:pt x="189" y="1"/>
                  </a:moveTo>
                  <a:cubicBezTo>
                    <a:pt x="63" y="1"/>
                    <a:pt x="0" y="64"/>
                    <a:pt x="0" y="190"/>
                  </a:cubicBezTo>
                  <a:lnTo>
                    <a:pt x="0" y="631"/>
                  </a:lnTo>
                  <a:cubicBezTo>
                    <a:pt x="0" y="757"/>
                    <a:pt x="95" y="820"/>
                    <a:pt x="189" y="820"/>
                  </a:cubicBezTo>
                  <a:lnTo>
                    <a:pt x="630" y="820"/>
                  </a:lnTo>
                  <a:cubicBezTo>
                    <a:pt x="725" y="820"/>
                    <a:pt x="820" y="757"/>
                    <a:pt x="820" y="631"/>
                  </a:cubicBezTo>
                  <a:lnTo>
                    <a:pt x="820" y="190"/>
                  </a:lnTo>
                  <a:cubicBezTo>
                    <a:pt x="820" y="64"/>
                    <a:pt x="725" y="1"/>
                    <a:pt x="6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9557;p70"/>
            <p:cNvSpPr/>
            <p:nvPr/>
          </p:nvSpPr>
          <p:spPr>
            <a:xfrm>
              <a:off x="-58954200" y="1993850"/>
              <a:ext cx="21300" cy="20525"/>
            </a:xfrm>
            <a:custGeom>
              <a:avLst/>
              <a:gdLst/>
              <a:ahLst/>
              <a:cxnLst/>
              <a:rect l="l" t="t" r="r" b="b"/>
              <a:pathLst>
                <a:path w="852" h="821" extrusionOk="0">
                  <a:moveTo>
                    <a:pt x="221" y="1"/>
                  </a:moveTo>
                  <a:cubicBezTo>
                    <a:pt x="95" y="1"/>
                    <a:pt x="1" y="64"/>
                    <a:pt x="1" y="190"/>
                  </a:cubicBezTo>
                  <a:lnTo>
                    <a:pt x="1" y="631"/>
                  </a:lnTo>
                  <a:cubicBezTo>
                    <a:pt x="1" y="757"/>
                    <a:pt x="127" y="820"/>
                    <a:pt x="221" y="820"/>
                  </a:cubicBezTo>
                  <a:lnTo>
                    <a:pt x="631" y="820"/>
                  </a:lnTo>
                  <a:cubicBezTo>
                    <a:pt x="757" y="820"/>
                    <a:pt x="851" y="757"/>
                    <a:pt x="851" y="631"/>
                  </a:cubicBezTo>
                  <a:lnTo>
                    <a:pt x="851" y="190"/>
                  </a:lnTo>
                  <a:cubicBezTo>
                    <a:pt x="851" y="64"/>
                    <a:pt x="757" y="1"/>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9558;p70"/>
            <p:cNvSpPr/>
            <p:nvPr/>
          </p:nvSpPr>
          <p:spPr>
            <a:xfrm>
              <a:off x="-58891975" y="1993850"/>
              <a:ext cx="21300" cy="20525"/>
            </a:xfrm>
            <a:custGeom>
              <a:avLst/>
              <a:gdLst/>
              <a:ahLst/>
              <a:cxnLst/>
              <a:rect l="l" t="t" r="r" b="b"/>
              <a:pathLst>
                <a:path w="852" h="821" extrusionOk="0">
                  <a:moveTo>
                    <a:pt x="190" y="1"/>
                  </a:moveTo>
                  <a:cubicBezTo>
                    <a:pt x="95" y="1"/>
                    <a:pt x="1" y="64"/>
                    <a:pt x="1" y="190"/>
                  </a:cubicBezTo>
                  <a:lnTo>
                    <a:pt x="1" y="631"/>
                  </a:lnTo>
                  <a:cubicBezTo>
                    <a:pt x="1" y="757"/>
                    <a:pt x="127" y="820"/>
                    <a:pt x="190" y="820"/>
                  </a:cubicBezTo>
                  <a:lnTo>
                    <a:pt x="631" y="820"/>
                  </a:lnTo>
                  <a:cubicBezTo>
                    <a:pt x="757" y="820"/>
                    <a:pt x="851" y="757"/>
                    <a:pt x="851" y="631"/>
                  </a:cubicBezTo>
                  <a:lnTo>
                    <a:pt x="851" y="190"/>
                  </a:lnTo>
                  <a:cubicBezTo>
                    <a:pt x="851" y="64"/>
                    <a:pt x="757" y="1"/>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559;p70"/>
            <p:cNvSpPr/>
            <p:nvPr/>
          </p:nvSpPr>
          <p:spPr>
            <a:xfrm>
              <a:off x="-59015625" y="2034825"/>
              <a:ext cx="20500" cy="21275"/>
            </a:xfrm>
            <a:custGeom>
              <a:avLst/>
              <a:gdLst/>
              <a:ahLst/>
              <a:cxnLst/>
              <a:rect l="l" t="t" r="r" b="b"/>
              <a:pathLst>
                <a:path w="820" h="851" extrusionOk="0">
                  <a:moveTo>
                    <a:pt x="189" y="0"/>
                  </a:moveTo>
                  <a:cubicBezTo>
                    <a:pt x="63" y="0"/>
                    <a:pt x="0" y="95"/>
                    <a:pt x="0" y="221"/>
                  </a:cubicBezTo>
                  <a:lnTo>
                    <a:pt x="0" y="630"/>
                  </a:lnTo>
                  <a:cubicBezTo>
                    <a:pt x="0" y="756"/>
                    <a:pt x="95" y="851"/>
                    <a:pt x="189" y="851"/>
                  </a:cubicBezTo>
                  <a:lnTo>
                    <a:pt x="630" y="851"/>
                  </a:lnTo>
                  <a:cubicBezTo>
                    <a:pt x="725" y="851"/>
                    <a:pt x="820" y="756"/>
                    <a:pt x="820" y="630"/>
                  </a:cubicBezTo>
                  <a:lnTo>
                    <a:pt x="820" y="221"/>
                  </a:lnTo>
                  <a:cubicBezTo>
                    <a:pt x="820" y="95"/>
                    <a:pt x="725" y="0"/>
                    <a:pt x="6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9560;p70"/>
            <p:cNvSpPr/>
            <p:nvPr/>
          </p:nvSpPr>
          <p:spPr>
            <a:xfrm>
              <a:off x="-58954200" y="2034825"/>
              <a:ext cx="21300" cy="21275"/>
            </a:xfrm>
            <a:custGeom>
              <a:avLst/>
              <a:gdLst/>
              <a:ahLst/>
              <a:cxnLst/>
              <a:rect l="l" t="t" r="r" b="b"/>
              <a:pathLst>
                <a:path w="852" h="851" extrusionOk="0">
                  <a:moveTo>
                    <a:pt x="221" y="0"/>
                  </a:moveTo>
                  <a:cubicBezTo>
                    <a:pt x="95" y="0"/>
                    <a:pt x="1" y="95"/>
                    <a:pt x="1" y="221"/>
                  </a:cubicBezTo>
                  <a:lnTo>
                    <a:pt x="1" y="630"/>
                  </a:lnTo>
                  <a:cubicBezTo>
                    <a:pt x="1" y="756"/>
                    <a:pt x="127" y="851"/>
                    <a:pt x="221" y="851"/>
                  </a:cubicBezTo>
                  <a:lnTo>
                    <a:pt x="631" y="851"/>
                  </a:lnTo>
                  <a:cubicBezTo>
                    <a:pt x="757" y="851"/>
                    <a:pt x="851" y="756"/>
                    <a:pt x="851" y="630"/>
                  </a:cubicBezTo>
                  <a:lnTo>
                    <a:pt x="851" y="221"/>
                  </a:lnTo>
                  <a:cubicBezTo>
                    <a:pt x="851" y="95"/>
                    <a:pt x="757" y="0"/>
                    <a:pt x="6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9561;p70"/>
            <p:cNvSpPr/>
            <p:nvPr/>
          </p:nvSpPr>
          <p:spPr>
            <a:xfrm>
              <a:off x="-58891975" y="2034825"/>
              <a:ext cx="21300" cy="21275"/>
            </a:xfrm>
            <a:custGeom>
              <a:avLst/>
              <a:gdLst/>
              <a:ahLst/>
              <a:cxnLst/>
              <a:rect l="l" t="t" r="r" b="b"/>
              <a:pathLst>
                <a:path w="852" h="851" extrusionOk="0">
                  <a:moveTo>
                    <a:pt x="190" y="0"/>
                  </a:moveTo>
                  <a:cubicBezTo>
                    <a:pt x="95" y="0"/>
                    <a:pt x="1" y="95"/>
                    <a:pt x="1" y="221"/>
                  </a:cubicBezTo>
                  <a:lnTo>
                    <a:pt x="1" y="630"/>
                  </a:lnTo>
                  <a:cubicBezTo>
                    <a:pt x="1" y="756"/>
                    <a:pt x="127" y="851"/>
                    <a:pt x="190" y="851"/>
                  </a:cubicBezTo>
                  <a:lnTo>
                    <a:pt x="631" y="851"/>
                  </a:lnTo>
                  <a:cubicBezTo>
                    <a:pt x="757" y="851"/>
                    <a:pt x="851" y="756"/>
                    <a:pt x="851" y="630"/>
                  </a:cubicBezTo>
                  <a:lnTo>
                    <a:pt x="851" y="221"/>
                  </a:lnTo>
                  <a:cubicBezTo>
                    <a:pt x="851" y="95"/>
                    <a:pt x="757" y="0"/>
                    <a:pt x="6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562;p70"/>
            <p:cNvSpPr/>
            <p:nvPr/>
          </p:nvSpPr>
          <p:spPr>
            <a:xfrm>
              <a:off x="-59015625" y="2076550"/>
              <a:ext cx="20500" cy="20525"/>
            </a:xfrm>
            <a:custGeom>
              <a:avLst/>
              <a:gdLst/>
              <a:ahLst/>
              <a:cxnLst/>
              <a:rect l="l" t="t" r="r" b="b"/>
              <a:pathLst>
                <a:path w="820" h="821" extrusionOk="0">
                  <a:moveTo>
                    <a:pt x="189" y="1"/>
                  </a:moveTo>
                  <a:cubicBezTo>
                    <a:pt x="63" y="1"/>
                    <a:pt x="0" y="64"/>
                    <a:pt x="0" y="190"/>
                  </a:cubicBezTo>
                  <a:lnTo>
                    <a:pt x="0" y="631"/>
                  </a:lnTo>
                  <a:cubicBezTo>
                    <a:pt x="0" y="757"/>
                    <a:pt x="95" y="820"/>
                    <a:pt x="189" y="820"/>
                  </a:cubicBezTo>
                  <a:lnTo>
                    <a:pt x="630" y="820"/>
                  </a:lnTo>
                  <a:cubicBezTo>
                    <a:pt x="725" y="820"/>
                    <a:pt x="820" y="757"/>
                    <a:pt x="820" y="631"/>
                  </a:cubicBezTo>
                  <a:lnTo>
                    <a:pt x="820" y="190"/>
                  </a:lnTo>
                  <a:cubicBezTo>
                    <a:pt x="820" y="64"/>
                    <a:pt x="725" y="1"/>
                    <a:pt x="6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9563;p70"/>
            <p:cNvSpPr/>
            <p:nvPr/>
          </p:nvSpPr>
          <p:spPr>
            <a:xfrm>
              <a:off x="-58954200" y="2076550"/>
              <a:ext cx="21300" cy="20525"/>
            </a:xfrm>
            <a:custGeom>
              <a:avLst/>
              <a:gdLst/>
              <a:ahLst/>
              <a:cxnLst/>
              <a:rect l="l" t="t" r="r" b="b"/>
              <a:pathLst>
                <a:path w="852" h="821" extrusionOk="0">
                  <a:moveTo>
                    <a:pt x="221" y="1"/>
                  </a:moveTo>
                  <a:cubicBezTo>
                    <a:pt x="95" y="1"/>
                    <a:pt x="1" y="64"/>
                    <a:pt x="1" y="190"/>
                  </a:cubicBezTo>
                  <a:lnTo>
                    <a:pt x="1" y="631"/>
                  </a:lnTo>
                  <a:cubicBezTo>
                    <a:pt x="1" y="757"/>
                    <a:pt x="127" y="820"/>
                    <a:pt x="221" y="820"/>
                  </a:cubicBezTo>
                  <a:lnTo>
                    <a:pt x="631" y="820"/>
                  </a:lnTo>
                  <a:cubicBezTo>
                    <a:pt x="757" y="820"/>
                    <a:pt x="851" y="757"/>
                    <a:pt x="851" y="631"/>
                  </a:cubicBezTo>
                  <a:lnTo>
                    <a:pt x="851" y="190"/>
                  </a:lnTo>
                  <a:cubicBezTo>
                    <a:pt x="851" y="64"/>
                    <a:pt x="757" y="1"/>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9564;p70"/>
            <p:cNvSpPr/>
            <p:nvPr/>
          </p:nvSpPr>
          <p:spPr>
            <a:xfrm>
              <a:off x="-58891975" y="2076550"/>
              <a:ext cx="21300" cy="20525"/>
            </a:xfrm>
            <a:custGeom>
              <a:avLst/>
              <a:gdLst/>
              <a:ahLst/>
              <a:cxnLst/>
              <a:rect l="l" t="t" r="r" b="b"/>
              <a:pathLst>
                <a:path w="852" h="821" extrusionOk="0">
                  <a:moveTo>
                    <a:pt x="190" y="1"/>
                  </a:moveTo>
                  <a:cubicBezTo>
                    <a:pt x="95" y="1"/>
                    <a:pt x="1" y="64"/>
                    <a:pt x="1" y="190"/>
                  </a:cubicBezTo>
                  <a:lnTo>
                    <a:pt x="1" y="631"/>
                  </a:lnTo>
                  <a:cubicBezTo>
                    <a:pt x="1" y="757"/>
                    <a:pt x="127" y="820"/>
                    <a:pt x="190" y="820"/>
                  </a:cubicBezTo>
                  <a:lnTo>
                    <a:pt x="631" y="820"/>
                  </a:lnTo>
                  <a:cubicBezTo>
                    <a:pt x="757" y="820"/>
                    <a:pt x="851" y="757"/>
                    <a:pt x="851" y="631"/>
                  </a:cubicBezTo>
                  <a:lnTo>
                    <a:pt x="851" y="190"/>
                  </a:lnTo>
                  <a:cubicBezTo>
                    <a:pt x="851" y="64"/>
                    <a:pt x="757" y="1"/>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565;p70"/>
            <p:cNvSpPr/>
            <p:nvPr/>
          </p:nvSpPr>
          <p:spPr>
            <a:xfrm>
              <a:off x="-59100700" y="1911950"/>
              <a:ext cx="315875" cy="319000"/>
            </a:xfrm>
            <a:custGeom>
              <a:avLst/>
              <a:gdLst/>
              <a:ahLst/>
              <a:cxnLst/>
              <a:rect l="l" t="t" r="r" b="b"/>
              <a:pathLst>
                <a:path w="12635" h="12760" extrusionOk="0">
                  <a:moveTo>
                    <a:pt x="9169" y="788"/>
                  </a:moveTo>
                  <a:lnTo>
                    <a:pt x="9169" y="1607"/>
                  </a:lnTo>
                  <a:lnTo>
                    <a:pt x="3403" y="1607"/>
                  </a:lnTo>
                  <a:lnTo>
                    <a:pt x="3403" y="788"/>
                  </a:lnTo>
                  <a:close/>
                  <a:moveTo>
                    <a:pt x="1734" y="9074"/>
                  </a:moveTo>
                  <a:lnTo>
                    <a:pt x="1734" y="11815"/>
                  </a:lnTo>
                  <a:lnTo>
                    <a:pt x="788" y="11815"/>
                  </a:lnTo>
                  <a:lnTo>
                    <a:pt x="788" y="9074"/>
                  </a:lnTo>
                  <a:close/>
                  <a:moveTo>
                    <a:pt x="5861" y="9074"/>
                  </a:moveTo>
                  <a:lnTo>
                    <a:pt x="5861" y="11815"/>
                  </a:lnTo>
                  <a:lnTo>
                    <a:pt x="4223" y="11815"/>
                  </a:lnTo>
                  <a:lnTo>
                    <a:pt x="4223" y="9074"/>
                  </a:lnTo>
                  <a:close/>
                  <a:moveTo>
                    <a:pt x="8350" y="9074"/>
                  </a:moveTo>
                  <a:lnTo>
                    <a:pt x="8350" y="11815"/>
                  </a:lnTo>
                  <a:lnTo>
                    <a:pt x="6711" y="11815"/>
                  </a:lnTo>
                  <a:lnTo>
                    <a:pt x="6711" y="9074"/>
                  </a:lnTo>
                  <a:close/>
                  <a:moveTo>
                    <a:pt x="10051" y="2458"/>
                  </a:moveTo>
                  <a:lnTo>
                    <a:pt x="10051" y="11815"/>
                  </a:lnTo>
                  <a:lnTo>
                    <a:pt x="9169" y="11815"/>
                  </a:lnTo>
                  <a:lnTo>
                    <a:pt x="9169" y="8664"/>
                  </a:lnTo>
                  <a:cubicBezTo>
                    <a:pt x="9169" y="8444"/>
                    <a:pt x="8980" y="8223"/>
                    <a:pt x="8791" y="8223"/>
                  </a:cubicBezTo>
                  <a:lnTo>
                    <a:pt x="3813" y="8223"/>
                  </a:lnTo>
                  <a:cubicBezTo>
                    <a:pt x="3592" y="8223"/>
                    <a:pt x="3435" y="8444"/>
                    <a:pt x="3435" y="8664"/>
                  </a:cubicBezTo>
                  <a:lnTo>
                    <a:pt x="3435" y="11815"/>
                  </a:lnTo>
                  <a:lnTo>
                    <a:pt x="2616" y="11815"/>
                  </a:lnTo>
                  <a:lnTo>
                    <a:pt x="2616" y="2458"/>
                  </a:lnTo>
                  <a:close/>
                  <a:moveTo>
                    <a:pt x="11815" y="9074"/>
                  </a:moveTo>
                  <a:lnTo>
                    <a:pt x="11815" y="11815"/>
                  </a:lnTo>
                  <a:lnTo>
                    <a:pt x="10839" y="11815"/>
                  </a:lnTo>
                  <a:lnTo>
                    <a:pt x="10839" y="9074"/>
                  </a:lnTo>
                  <a:close/>
                  <a:moveTo>
                    <a:pt x="2994" y="0"/>
                  </a:moveTo>
                  <a:cubicBezTo>
                    <a:pt x="2773" y="0"/>
                    <a:pt x="2616" y="190"/>
                    <a:pt x="2616" y="410"/>
                  </a:cubicBezTo>
                  <a:lnTo>
                    <a:pt x="2616" y="1670"/>
                  </a:lnTo>
                  <a:lnTo>
                    <a:pt x="2206" y="1670"/>
                  </a:lnTo>
                  <a:cubicBezTo>
                    <a:pt x="1986" y="1670"/>
                    <a:pt x="1765" y="1859"/>
                    <a:pt x="1765" y="2080"/>
                  </a:cubicBezTo>
                  <a:lnTo>
                    <a:pt x="1765" y="8318"/>
                  </a:lnTo>
                  <a:lnTo>
                    <a:pt x="410" y="8318"/>
                  </a:lnTo>
                  <a:cubicBezTo>
                    <a:pt x="158" y="8318"/>
                    <a:pt x="1" y="8507"/>
                    <a:pt x="1" y="8727"/>
                  </a:cubicBezTo>
                  <a:lnTo>
                    <a:pt x="1" y="12319"/>
                  </a:lnTo>
                  <a:cubicBezTo>
                    <a:pt x="1" y="12571"/>
                    <a:pt x="190" y="12760"/>
                    <a:pt x="410" y="12760"/>
                  </a:cubicBezTo>
                  <a:lnTo>
                    <a:pt x="12256" y="12760"/>
                  </a:lnTo>
                  <a:cubicBezTo>
                    <a:pt x="12477" y="12760"/>
                    <a:pt x="12634" y="12571"/>
                    <a:pt x="12634" y="12319"/>
                  </a:cubicBezTo>
                  <a:lnTo>
                    <a:pt x="12634" y="8664"/>
                  </a:lnTo>
                  <a:cubicBezTo>
                    <a:pt x="12634" y="8444"/>
                    <a:pt x="12445" y="8223"/>
                    <a:pt x="12225" y="8223"/>
                  </a:cubicBezTo>
                  <a:lnTo>
                    <a:pt x="10839" y="8223"/>
                  </a:lnTo>
                  <a:lnTo>
                    <a:pt x="10839" y="2017"/>
                  </a:lnTo>
                  <a:cubicBezTo>
                    <a:pt x="10839" y="1765"/>
                    <a:pt x="10650" y="1576"/>
                    <a:pt x="10429" y="1576"/>
                  </a:cubicBezTo>
                  <a:lnTo>
                    <a:pt x="10019" y="1576"/>
                  </a:lnTo>
                  <a:lnTo>
                    <a:pt x="10019" y="410"/>
                  </a:lnTo>
                  <a:cubicBezTo>
                    <a:pt x="10019" y="158"/>
                    <a:pt x="9799" y="0"/>
                    <a:pt x="96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08442470"/>
      </p:ext>
    </p:extLst>
  </p:cSld>
  <p:clrMapOvr>
    <a:masterClrMapping/>
  </p:clrMapOvr>
  <mc:AlternateContent xmlns:mc="http://schemas.openxmlformats.org/markup-compatibility/2006" xmlns:p14="http://schemas.microsoft.com/office/powerpoint/2010/main">
    <mc:Choice Requires="p14">
      <p:transition spd="slow" p14:dur="2000">
        <p:circle/>
      </p:transition>
    </mc:Choice>
    <mc:Fallback xmlns="">
      <p:transition spd="slow">
        <p:circl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0"/>
            <a:lum/>
          </a:blip>
          <a:srcRect/>
          <a:stretch>
            <a:fillRect t="-13000" b="-13000"/>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FCBA31-33CD-F82F-0C45-1E3D5E50A818}"/>
              </a:ext>
            </a:extLst>
          </p:cNvPr>
          <p:cNvSpPr>
            <a:spLocks noGrp="1"/>
          </p:cNvSpPr>
          <p:nvPr>
            <p:ph type="title"/>
          </p:nvPr>
        </p:nvSpPr>
        <p:spPr/>
        <p:txBody>
          <a:bodyPr/>
          <a:lstStyle/>
          <a:p>
            <a:r>
              <a:rPr lang="fr-FR" b="1" dirty="0" smtClean="0">
                <a:solidFill>
                  <a:srgbClr val="1F4D78"/>
                </a:solidFill>
                <a:latin typeface="Poppins" panose="00000500000000000000" pitchFamily="2" charset="0"/>
                <a:cs typeface="Poppins" panose="00000500000000000000" pitchFamily="2" charset="0"/>
              </a:rPr>
              <a:t>Critique de l’existant</a:t>
            </a:r>
            <a:endParaRPr lang="fr-FR" dirty="0"/>
          </a:p>
        </p:txBody>
      </p:sp>
      <p:graphicFrame>
        <p:nvGraphicFramePr>
          <p:cNvPr id="13" name="Espace réservé du contenu 12"/>
          <p:cNvGraphicFramePr>
            <a:graphicFrameLocks noGrp="1"/>
          </p:cNvGraphicFramePr>
          <p:nvPr>
            <p:ph idx="1"/>
            <p:extLst>
              <p:ext uri="{D42A27DB-BD31-4B8C-83A1-F6EECF244321}">
                <p14:modId xmlns:p14="http://schemas.microsoft.com/office/powerpoint/2010/main" val="3294108345"/>
              </p:ext>
            </p:extLst>
          </p:nvPr>
        </p:nvGraphicFramePr>
        <p:xfrm>
          <a:off x="330200" y="1371600"/>
          <a:ext cx="11861800" cy="5658636"/>
        </p:xfrm>
        <a:graphic>
          <a:graphicData uri="http://schemas.openxmlformats.org/drawingml/2006/table">
            <a:tbl>
              <a:tblPr firstRow="1" firstCol="1" bandRow="1">
                <a:tableStyleId>{5C22544A-7EE6-4342-B048-85BDC9FD1C3A}</a:tableStyleId>
              </a:tblPr>
              <a:tblGrid>
                <a:gridCol w="2184934">
                  <a:extLst>
                    <a:ext uri="{9D8B030D-6E8A-4147-A177-3AD203B41FA5}">
                      <a16:colId xmlns:a16="http://schemas.microsoft.com/office/drawing/2014/main" val="33784867"/>
                    </a:ext>
                  </a:extLst>
                </a:gridCol>
                <a:gridCol w="4568377">
                  <a:extLst>
                    <a:ext uri="{9D8B030D-6E8A-4147-A177-3AD203B41FA5}">
                      <a16:colId xmlns:a16="http://schemas.microsoft.com/office/drawing/2014/main" val="2571599748"/>
                    </a:ext>
                  </a:extLst>
                </a:gridCol>
                <a:gridCol w="5108489">
                  <a:extLst>
                    <a:ext uri="{9D8B030D-6E8A-4147-A177-3AD203B41FA5}">
                      <a16:colId xmlns:a16="http://schemas.microsoft.com/office/drawing/2014/main" val="2617666199"/>
                    </a:ext>
                  </a:extLst>
                </a:gridCol>
              </a:tblGrid>
              <a:tr h="363071">
                <a:tc>
                  <a:txBody>
                    <a:bodyPr/>
                    <a:lstStyle/>
                    <a:p>
                      <a:pPr marL="415925" indent="-6350" algn="ctr">
                        <a:lnSpc>
                          <a:spcPct val="107000"/>
                        </a:lnSpc>
                        <a:spcAft>
                          <a:spcPts val="1375"/>
                        </a:spcAft>
                      </a:pPr>
                      <a:r>
                        <a:rPr lang="fr-FR" sz="1100" kern="100" dirty="0">
                          <a:effectLst/>
                          <a:latin typeface="Poppins" panose="00000500000000000000"/>
                        </a:rPr>
                        <a:t>Acteur</a:t>
                      </a:r>
                      <a:endParaRPr lang="en-US" sz="1100" kern="100" dirty="0">
                        <a:solidFill>
                          <a:srgbClr val="000000"/>
                        </a:solidFill>
                        <a:effectLst/>
                        <a:latin typeface="Poppins" panose="00000500000000000000"/>
                        <a:ea typeface="Times New Roman" panose="02020603050405020304" pitchFamily="18" charset="0"/>
                        <a:cs typeface="Times New Roman" panose="02020603050405020304" pitchFamily="18" charset="0"/>
                      </a:endParaRPr>
                    </a:p>
                  </a:txBody>
                  <a:tcPr marL="47787" marR="47787" marT="0" marB="0">
                    <a:solidFill>
                      <a:schemeClr val="accent1">
                        <a:lumMod val="50000"/>
                      </a:schemeClr>
                    </a:solidFill>
                  </a:tcPr>
                </a:tc>
                <a:tc>
                  <a:txBody>
                    <a:bodyPr/>
                    <a:lstStyle/>
                    <a:p>
                      <a:pPr marL="415925" indent="-6350" algn="ctr">
                        <a:lnSpc>
                          <a:spcPct val="107000"/>
                        </a:lnSpc>
                        <a:spcAft>
                          <a:spcPts val="1375"/>
                        </a:spcAft>
                      </a:pPr>
                      <a:r>
                        <a:rPr lang="fr-FR" sz="1100" kern="100" dirty="0">
                          <a:effectLst/>
                          <a:latin typeface="Poppins" panose="00000500000000000000"/>
                        </a:rPr>
                        <a:t>Point fort</a:t>
                      </a:r>
                      <a:endParaRPr lang="en-US" sz="1100" kern="100" dirty="0">
                        <a:solidFill>
                          <a:srgbClr val="000000"/>
                        </a:solidFill>
                        <a:effectLst/>
                        <a:latin typeface="Poppins" panose="00000500000000000000"/>
                        <a:ea typeface="Times New Roman" panose="02020603050405020304" pitchFamily="18" charset="0"/>
                        <a:cs typeface="Times New Roman" panose="02020603050405020304" pitchFamily="18" charset="0"/>
                      </a:endParaRPr>
                    </a:p>
                  </a:txBody>
                  <a:tcPr marL="47787" marR="47787" marT="0" marB="0">
                    <a:solidFill>
                      <a:schemeClr val="accent1">
                        <a:lumMod val="50000"/>
                      </a:schemeClr>
                    </a:solidFill>
                  </a:tcPr>
                </a:tc>
                <a:tc>
                  <a:txBody>
                    <a:bodyPr/>
                    <a:lstStyle/>
                    <a:p>
                      <a:pPr marL="415925" indent="-6350" algn="ctr">
                        <a:lnSpc>
                          <a:spcPct val="107000"/>
                        </a:lnSpc>
                        <a:spcAft>
                          <a:spcPts val="1375"/>
                        </a:spcAft>
                      </a:pPr>
                      <a:r>
                        <a:rPr lang="fr-FR" sz="1100" kern="100" dirty="0">
                          <a:effectLst/>
                          <a:latin typeface="Poppins" panose="00000500000000000000"/>
                        </a:rPr>
                        <a:t>Point faible</a:t>
                      </a:r>
                      <a:endParaRPr lang="en-US" sz="1100" kern="100" dirty="0">
                        <a:solidFill>
                          <a:srgbClr val="000000"/>
                        </a:solidFill>
                        <a:effectLst/>
                        <a:latin typeface="Poppins" panose="00000500000000000000"/>
                        <a:ea typeface="Times New Roman" panose="02020603050405020304" pitchFamily="18" charset="0"/>
                        <a:cs typeface="Times New Roman" panose="02020603050405020304" pitchFamily="18" charset="0"/>
                      </a:endParaRPr>
                    </a:p>
                  </a:txBody>
                  <a:tcPr marL="47787" marR="47787" marT="0" marB="0">
                    <a:solidFill>
                      <a:schemeClr val="accent1">
                        <a:lumMod val="50000"/>
                      </a:schemeClr>
                    </a:solidFill>
                  </a:tcPr>
                </a:tc>
                <a:extLst>
                  <a:ext uri="{0D108BD9-81ED-4DB2-BD59-A6C34878D82A}">
                    <a16:rowId xmlns:a16="http://schemas.microsoft.com/office/drawing/2014/main" val="845626942"/>
                  </a:ext>
                </a:extLst>
              </a:tr>
              <a:tr h="2519424">
                <a:tc>
                  <a:txBody>
                    <a:bodyPr/>
                    <a:lstStyle/>
                    <a:p>
                      <a:pPr marL="415925" indent="-6350" algn="l">
                        <a:lnSpc>
                          <a:spcPct val="107000"/>
                        </a:lnSpc>
                        <a:spcAft>
                          <a:spcPts val="1375"/>
                        </a:spcAft>
                      </a:pPr>
                      <a:r>
                        <a:rPr lang="fr-FR" sz="1100" kern="100" dirty="0">
                          <a:effectLst/>
                          <a:latin typeface="Poppins" panose="00000500000000000000"/>
                        </a:rPr>
                        <a:t>Client</a:t>
                      </a:r>
                      <a:endParaRPr lang="en-US" sz="1100" kern="100" dirty="0">
                        <a:solidFill>
                          <a:srgbClr val="000000"/>
                        </a:solidFill>
                        <a:effectLst/>
                        <a:latin typeface="Poppins" panose="00000500000000000000"/>
                        <a:ea typeface="Times New Roman" panose="02020603050405020304" pitchFamily="18" charset="0"/>
                        <a:cs typeface="Times New Roman" panose="02020603050405020304" pitchFamily="18" charset="0"/>
                      </a:endParaRPr>
                    </a:p>
                    <a:p>
                      <a:pPr marL="415925" indent="-6350" algn="ctr">
                        <a:lnSpc>
                          <a:spcPct val="107000"/>
                        </a:lnSpc>
                        <a:spcAft>
                          <a:spcPts val="1375"/>
                        </a:spcAft>
                      </a:pPr>
                      <a:r>
                        <a:rPr lang="fr-FR" sz="1100" kern="100" dirty="0">
                          <a:effectLst/>
                          <a:latin typeface="Poppins" panose="00000500000000000000"/>
                        </a:rPr>
                        <a:t> </a:t>
                      </a:r>
                      <a:endParaRPr lang="en-US" sz="1100" kern="100" dirty="0">
                        <a:solidFill>
                          <a:srgbClr val="000000"/>
                        </a:solidFill>
                        <a:effectLst/>
                        <a:latin typeface="Poppins" panose="00000500000000000000"/>
                        <a:ea typeface="Times New Roman" panose="02020603050405020304" pitchFamily="18" charset="0"/>
                        <a:cs typeface="Times New Roman" panose="02020603050405020304" pitchFamily="18" charset="0"/>
                      </a:endParaRPr>
                    </a:p>
                  </a:txBody>
                  <a:tcPr marL="47787" marR="47787" marT="0" marB="0">
                    <a:solidFill>
                      <a:schemeClr val="accent1">
                        <a:lumMod val="50000"/>
                      </a:schemeClr>
                    </a:solidFill>
                  </a:tcPr>
                </a:tc>
                <a:tc>
                  <a:txBody>
                    <a:bodyPr/>
                    <a:lstStyle/>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Contact direct avec l’agence ou propriétaire</a:t>
                      </a:r>
                      <a:endParaRPr lang="en-US" sz="1100" u="none" strike="noStrike" kern="100" dirty="0">
                        <a:effectLst/>
                        <a:uFill>
                          <a:solidFill>
                            <a:srgbClr val="000000"/>
                          </a:solidFill>
                        </a:uFill>
                        <a:latin typeface="Poppins" panose="00000500000000000000"/>
                      </a:endParaRPr>
                    </a:p>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Communication plus directe</a:t>
                      </a:r>
                      <a:endParaRPr lang="en-US" sz="1100" u="none" strike="noStrike" kern="100" dirty="0">
                        <a:solidFill>
                          <a:srgbClr val="000000"/>
                        </a:solidFill>
                        <a:effectLst/>
                        <a:uFill>
                          <a:solidFill>
                            <a:srgbClr val="000000"/>
                          </a:solidFill>
                        </a:uFill>
                        <a:latin typeface="Poppins" panose="00000500000000000000"/>
                        <a:ea typeface="Times New Roman" panose="02020603050405020304" pitchFamily="18" charset="0"/>
                        <a:cs typeface="Times New Roman" panose="02020603050405020304" pitchFamily="18" charset="0"/>
                      </a:endParaRPr>
                    </a:p>
                    <a:p>
                      <a:pPr marL="415925" indent="-6350" algn="ctr">
                        <a:lnSpc>
                          <a:spcPct val="107000"/>
                        </a:lnSpc>
                        <a:spcAft>
                          <a:spcPts val="1375"/>
                        </a:spcAft>
                      </a:pPr>
                      <a:r>
                        <a:rPr lang="fr-FR" sz="1100" kern="100" dirty="0">
                          <a:effectLst/>
                          <a:latin typeface="Poppins" panose="00000500000000000000"/>
                        </a:rPr>
                        <a:t> </a:t>
                      </a:r>
                      <a:endParaRPr lang="en-US" sz="1100" kern="100" dirty="0">
                        <a:solidFill>
                          <a:srgbClr val="000000"/>
                        </a:solidFill>
                        <a:effectLst/>
                        <a:latin typeface="Poppins" panose="00000500000000000000"/>
                        <a:ea typeface="Times New Roman" panose="02020603050405020304" pitchFamily="18" charset="0"/>
                        <a:cs typeface="Times New Roman" panose="02020603050405020304" pitchFamily="18" charset="0"/>
                      </a:endParaRPr>
                    </a:p>
                  </a:txBody>
                  <a:tcPr marL="47787" marR="47787" marT="0" marB="0"/>
                </a:tc>
                <a:tc>
                  <a:txBody>
                    <a:bodyPr/>
                    <a:lstStyle/>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Manque de temps pour rechercher des biens</a:t>
                      </a:r>
                      <a:endParaRPr lang="en-US" sz="1100" u="none" strike="noStrike" kern="100" dirty="0">
                        <a:effectLst/>
                        <a:uFill>
                          <a:solidFill>
                            <a:srgbClr val="000000"/>
                          </a:solidFill>
                        </a:uFill>
                        <a:latin typeface="Poppins" panose="00000500000000000000"/>
                      </a:endParaRPr>
                    </a:p>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Date de visite varié</a:t>
                      </a:r>
                      <a:endParaRPr lang="en-US" sz="1100" u="none" strike="noStrike" kern="100" dirty="0">
                        <a:effectLst/>
                        <a:uFill>
                          <a:solidFill>
                            <a:srgbClr val="000000"/>
                          </a:solidFill>
                        </a:uFill>
                        <a:latin typeface="Poppins" panose="00000500000000000000"/>
                      </a:endParaRPr>
                    </a:p>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Prix donné par les agents et le propriétaire peut être différents</a:t>
                      </a:r>
                      <a:endParaRPr lang="en-US" sz="1100" u="none" strike="noStrike" kern="100" dirty="0">
                        <a:effectLst/>
                        <a:uFill>
                          <a:solidFill>
                            <a:srgbClr val="000000"/>
                          </a:solidFill>
                        </a:uFill>
                        <a:latin typeface="Poppins" panose="00000500000000000000"/>
                      </a:endParaRPr>
                    </a:p>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Pas de données centralisée sur les immobiliers</a:t>
                      </a:r>
                      <a:endParaRPr lang="en-US" sz="1100" u="none" strike="noStrike" kern="100" dirty="0">
                        <a:effectLst/>
                        <a:uFill>
                          <a:solidFill>
                            <a:srgbClr val="000000"/>
                          </a:solidFill>
                        </a:uFill>
                        <a:latin typeface="Poppins" panose="00000500000000000000"/>
                      </a:endParaRPr>
                    </a:p>
                    <a:p>
                      <a:pPr marL="342900" lvl="0" indent="-342900" algn="l" fontAlgn="base">
                        <a:lnSpc>
                          <a:spcPct val="107000"/>
                        </a:lnSpc>
                        <a:spcAft>
                          <a:spcPts val="1375"/>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Manque d’informations sur la propriété</a:t>
                      </a:r>
                      <a:endParaRPr lang="en-US" sz="1100" u="none" strike="noStrike" kern="100" dirty="0">
                        <a:solidFill>
                          <a:srgbClr val="000000"/>
                        </a:solidFill>
                        <a:effectLst/>
                        <a:uFill>
                          <a:solidFill>
                            <a:srgbClr val="000000"/>
                          </a:solidFill>
                        </a:uFill>
                        <a:latin typeface="Poppins" panose="00000500000000000000"/>
                        <a:ea typeface="Times New Roman" panose="02020603050405020304" pitchFamily="18" charset="0"/>
                        <a:cs typeface="Times New Roman" panose="02020603050405020304" pitchFamily="18" charset="0"/>
                      </a:endParaRPr>
                    </a:p>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Moins de commodité pour la recherche de biens</a:t>
                      </a:r>
                      <a:endParaRPr lang="en-US" sz="1100" u="none" strike="noStrike" kern="100" dirty="0">
                        <a:effectLst/>
                        <a:uFill>
                          <a:solidFill>
                            <a:srgbClr val="000000"/>
                          </a:solidFill>
                        </a:uFill>
                        <a:latin typeface="Poppins" panose="00000500000000000000"/>
                      </a:endParaRPr>
                    </a:p>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Propriété différents aux besoins</a:t>
                      </a:r>
                      <a:endParaRPr lang="en-US" sz="1100" u="none" strike="noStrike" kern="100" dirty="0">
                        <a:effectLst/>
                        <a:uFill>
                          <a:solidFill>
                            <a:srgbClr val="000000"/>
                          </a:solidFill>
                        </a:uFill>
                        <a:latin typeface="Poppins" panose="00000500000000000000"/>
                      </a:endParaRPr>
                    </a:p>
                    <a:p>
                      <a:pPr marL="342900" lvl="0" indent="-342900" algn="l" fontAlgn="base">
                        <a:lnSpc>
                          <a:spcPct val="107000"/>
                        </a:lnSpc>
                        <a:spcAft>
                          <a:spcPts val="1375"/>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Difficulté de suivre leurs demande et leurs transactions</a:t>
                      </a:r>
                      <a:endParaRPr lang="en-US" sz="1100" u="none" strike="noStrike" kern="100" dirty="0">
                        <a:solidFill>
                          <a:srgbClr val="000000"/>
                        </a:solidFill>
                        <a:effectLst/>
                        <a:uFill>
                          <a:solidFill>
                            <a:srgbClr val="000000"/>
                          </a:solidFill>
                        </a:uFill>
                        <a:latin typeface="Poppins" panose="00000500000000000000"/>
                        <a:ea typeface="Times New Roman" panose="02020603050405020304" pitchFamily="18" charset="0"/>
                        <a:cs typeface="Times New Roman" panose="02020603050405020304" pitchFamily="18" charset="0"/>
                      </a:endParaRPr>
                    </a:p>
                  </a:txBody>
                  <a:tcPr marL="47787" marR="47787" marT="0" marB="0"/>
                </a:tc>
                <a:extLst>
                  <a:ext uri="{0D108BD9-81ED-4DB2-BD59-A6C34878D82A}">
                    <a16:rowId xmlns:a16="http://schemas.microsoft.com/office/drawing/2014/main" val="1905221388"/>
                  </a:ext>
                </a:extLst>
              </a:tr>
              <a:tr h="1035077">
                <a:tc>
                  <a:txBody>
                    <a:bodyPr/>
                    <a:lstStyle/>
                    <a:p>
                      <a:pPr marL="415925" indent="-6350" algn="l">
                        <a:lnSpc>
                          <a:spcPct val="107000"/>
                        </a:lnSpc>
                        <a:spcAft>
                          <a:spcPts val="1375"/>
                        </a:spcAft>
                      </a:pPr>
                      <a:r>
                        <a:rPr lang="fr-FR" sz="1100" kern="100" dirty="0">
                          <a:effectLst/>
                          <a:latin typeface="Poppins" panose="00000500000000000000"/>
                        </a:rPr>
                        <a:t>Propriétaire des biens immobilier</a:t>
                      </a:r>
                      <a:endParaRPr lang="en-US" sz="1100" kern="100" dirty="0">
                        <a:solidFill>
                          <a:srgbClr val="000000"/>
                        </a:solidFill>
                        <a:effectLst/>
                        <a:latin typeface="Poppins" panose="00000500000000000000"/>
                        <a:ea typeface="Times New Roman" panose="02020603050405020304" pitchFamily="18" charset="0"/>
                        <a:cs typeface="Times New Roman" panose="02020603050405020304" pitchFamily="18" charset="0"/>
                      </a:endParaRPr>
                    </a:p>
                  </a:txBody>
                  <a:tcPr marL="47787" marR="47787" marT="0" marB="0">
                    <a:solidFill>
                      <a:schemeClr val="accent1">
                        <a:lumMod val="50000"/>
                      </a:schemeClr>
                    </a:solidFill>
                  </a:tcPr>
                </a:tc>
                <a:tc>
                  <a:txBody>
                    <a:bodyPr/>
                    <a:lstStyle/>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a:effectLst/>
                          <a:uFill>
                            <a:solidFill>
                              <a:srgbClr val="000000"/>
                            </a:solidFill>
                          </a:uFill>
                          <a:latin typeface="Poppins" panose="00000500000000000000"/>
                        </a:rPr>
                        <a:t>Facilité de communication avec les clients ou agence</a:t>
                      </a:r>
                      <a:endParaRPr lang="en-US" sz="1100" u="none" strike="noStrike" kern="100">
                        <a:effectLst/>
                        <a:uFill>
                          <a:solidFill>
                            <a:srgbClr val="000000"/>
                          </a:solidFill>
                        </a:uFill>
                        <a:latin typeface="Poppins" panose="00000500000000000000"/>
                      </a:endParaRPr>
                    </a:p>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a:effectLst/>
                          <a:uFill>
                            <a:solidFill>
                              <a:srgbClr val="000000"/>
                            </a:solidFill>
                          </a:uFill>
                          <a:latin typeface="Poppins" panose="00000500000000000000"/>
                        </a:rPr>
                        <a:t>Possibilité de discuter des détails en personne</a:t>
                      </a:r>
                      <a:endParaRPr lang="en-US" sz="1100" u="none" strike="noStrike" kern="100">
                        <a:solidFill>
                          <a:srgbClr val="000000"/>
                        </a:solidFill>
                        <a:effectLst/>
                        <a:uFill>
                          <a:solidFill>
                            <a:srgbClr val="000000"/>
                          </a:solidFill>
                        </a:uFill>
                        <a:latin typeface="Poppins" panose="00000500000000000000"/>
                        <a:ea typeface="Times New Roman" panose="02020603050405020304" pitchFamily="18" charset="0"/>
                        <a:cs typeface="Times New Roman" panose="02020603050405020304" pitchFamily="18" charset="0"/>
                      </a:endParaRPr>
                    </a:p>
                  </a:txBody>
                  <a:tcPr marL="47787" marR="47787" marT="0" marB="0"/>
                </a:tc>
                <a:tc>
                  <a:txBody>
                    <a:bodyPr/>
                    <a:lstStyle/>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a:effectLst/>
                          <a:uFill>
                            <a:solidFill>
                              <a:srgbClr val="000000"/>
                            </a:solidFill>
                          </a:uFill>
                          <a:latin typeface="Poppins" panose="00000500000000000000"/>
                        </a:rPr>
                        <a:t>Moins de visibilité pour les biens</a:t>
                      </a:r>
                      <a:endParaRPr lang="en-US" sz="1100" u="none" strike="noStrike" kern="100">
                        <a:effectLst/>
                        <a:uFill>
                          <a:solidFill>
                            <a:srgbClr val="000000"/>
                          </a:solidFill>
                        </a:uFill>
                        <a:latin typeface="Poppins" panose="00000500000000000000"/>
                      </a:endParaRPr>
                    </a:p>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a:effectLst/>
                          <a:uFill>
                            <a:solidFill>
                              <a:srgbClr val="000000"/>
                            </a:solidFill>
                          </a:uFill>
                          <a:latin typeface="Poppins" panose="00000500000000000000"/>
                        </a:rPr>
                        <a:t>Difficulté de suivre les performances des biens</a:t>
                      </a:r>
                      <a:endParaRPr lang="en-US" sz="1100" u="none" strike="noStrike" kern="100">
                        <a:effectLst/>
                        <a:uFill>
                          <a:solidFill>
                            <a:srgbClr val="000000"/>
                          </a:solidFill>
                        </a:uFill>
                        <a:latin typeface="Poppins" panose="00000500000000000000"/>
                      </a:endParaRPr>
                    </a:p>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a:effectLst/>
                          <a:uFill>
                            <a:solidFill>
                              <a:srgbClr val="000000"/>
                            </a:solidFill>
                          </a:uFill>
                          <a:latin typeface="Poppins" panose="00000500000000000000"/>
                        </a:rPr>
                        <a:t>Limitation de la portée du marché </a:t>
                      </a:r>
                      <a:endParaRPr lang="en-US" sz="1100" u="none" strike="noStrike" kern="100">
                        <a:effectLst/>
                        <a:uFill>
                          <a:solidFill>
                            <a:srgbClr val="000000"/>
                          </a:solidFill>
                        </a:uFill>
                        <a:latin typeface="Poppins" panose="00000500000000000000"/>
                      </a:endParaRPr>
                    </a:p>
                    <a:p>
                      <a:pPr marL="342900" lvl="0" indent="-342900" algn="l" fontAlgn="base">
                        <a:lnSpc>
                          <a:spcPct val="107000"/>
                        </a:lnSpc>
                        <a:spcAft>
                          <a:spcPts val="1375"/>
                        </a:spcAft>
                        <a:buClr>
                          <a:srgbClr val="000000"/>
                        </a:buClr>
                        <a:buSzPts val="1200"/>
                        <a:buFont typeface="Symbol" panose="05050102010706020507" pitchFamily="18" charset="2"/>
                        <a:buChar char="-"/>
                      </a:pPr>
                      <a:r>
                        <a:rPr lang="fr-FR" sz="1100" u="none" strike="noStrike" kern="100">
                          <a:effectLst/>
                          <a:uFill>
                            <a:solidFill>
                              <a:srgbClr val="000000"/>
                            </a:solidFill>
                          </a:uFill>
                          <a:latin typeface="Poppins" panose="00000500000000000000"/>
                        </a:rPr>
                        <a:t>Responsabilité juridiques</a:t>
                      </a:r>
                      <a:endParaRPr lang="en-US" sz="1100" u="none" strike="noStrike" kern="100">
                        <a:solidFill>
                          <a:srgbClr val="000000"/>
                        </a:solidFill>
                        <a:effectLst/>
                        <a:uFill>
                          <a:solidFill>
                            <a:srgbClr val="000000"/>
                          </a:solidFill>
                        </a:uFill>
                        <a:latin typeface="Poppins" panose="00000500000000000000"/>
                        <a:ea typeface="Times New Roman" panose="02020603050405020304" pitchFamily="18" charset="0"/>
                        <a:cs typeface="Times New Roman" panose="02020603050405020304" pitchFamily="18" charset="0"/>
                      </a:endParaRPr>
                    </a:p>
                  </a:txBody>
                  <a:tcPr marL="47787" marR="47787" marT="0" marB="0"/>
                </a:tc>
                <a:extLst>
                  <a:ext uri="{0D108BD9-81ED-4DB2-BD59-A6C34878D82A}">
                    <a16:rowId xmlns:a16="http://schemas.microsoft.com/office/drawing/2014/main" val="1873151563"/>
                  </a:ext>
                </a:extLst>
              </a:tr>
              <a:tr h="1741064">
                <a:tc>
                  <a:txBody>
                    <a:bodyPr/>
                    <a:lstStyle/>
                    <a:p>
                      <a:pPr marL="415925" indent="-6350" algn="l">
                        <a:lnSpc>
                          <a:spcPct val="107000"/>
                        </a:lnSpc>
                        <a:spcAft>
                          <a:spcPts val="1375"/>
                        </a:spcAft>
                      </a:pPr>
                      <a:r>
                        <a:rPr lang="fr-FR" sz="1100" kern="100" dirty="0">
                          <a:effectLst/>
                          <a:latin typeface="Poppins" panose="00000500000000000000"/>
                        </a:rPr>
                        <a:t>Agence</a:t>
                      </a:r>
                      <a:endParaRPr lang="en-US" sz="1100" kern="100" dirty="0">
                        <a:solidFill>
                          <a:srgbClr val="000000"/>
                        </a:solidFill>
                        <a:effectLst/>
                        <a:latin typeface="Poppins" panose="00000500000000000000"/>
                        <a:ea typeface="Times New Roman" panose="02020603050405020304" pitchFamily="18" charset="0"/>
                        <a:cs typeface="Times New Roman" panose="02020603050405020304" pitchFamily="18" charset="0"/>
                      </a:endParaRPr>
                    </a:p>
                  </a:txBody>
                  <a:tcPr marL="47787" marR="47787" marT="0" marB="0">
                    <a:solidFill>
                      <a:schemeClr val="accent1">
                        <a:lumMod val="50000"/>
                      </a:schemeClr>
                    </a:solidFill>
                  </a:tcPr>
                </a:tc>
                <a:tc>
                  <a:txBody>
                    <a:bodyPr/>
                    <a:lstStyle/>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Relations personnalisées</a:t>
                      </a:r>
                      <a:endParaRPr lang="en-US" sz="1100" u="none" strike="noStrike" kern="100" dirty="0">
                        <a:effectLst/>
                        <a:uFill>
                          <a:solidFill>
                            <a:srgbClr val="000000"/>
                          </a:solidFill>
                        </a:uFill>
                        <a:latin typeface="Poppins" panose="00000500000000000000"/>
                      </a:endParaRPr>
                    </a:p>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Possibilité de fournir des conseils en personne</a:t>
                      </a:r>
                      <a:endParaRPr lang="en-US" sz="1100" u="none" strike="noStrike" kern="100" dirty="0">
                        <a:effectLst/>
                        <a:uFill>
                          <a:solidFill>
                            <a:srgbClr val="000000"/>
                          </a:solidFill>
                        </a:uFill>
                        <a:latin typeface="Poppins" panose="00000500000000000000"/>
                      </a:endParaRPr>
                    </a:p>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Flexibilité dans l’interaction</a:t>
                      </a:r>
                      <a:endParaRPr lang="en-US" sz="1100" u="none" strike="noStrike" kern="100" dirty="0">
                        <a:solidFill>
                          <a:srgbClr val="000000"/>
                        </a:solidFill>
                        <a:effectLst/>
                        <a:uFill>
                          <a:solidFill>
                            <a:srgbClr val="000000"/>
                          </a:solidFill>
                        </a:uFill>
                        <a:latin typeface="Poppins" panose="00000500000000000000"/>
                        <a:ea typeface="Times New Roman" panose="02020603050405020304" pitchFamily="18" charset="0"/>
                        <a:cs typeface="Times New Roman" panose="02020603050405020304" pitchFamily="18" charset="0"/>
                      </a:endParaRPr>
                    </a:p>
                  </a:txBody>
                  <a:tcPr marL="47787" marR="47787" marT="0" marB="0"/>
                </a:tc>
                <a:tc>
                  <a:txBody>
                    <a:bodyPr/>
                    <a:lstStyle/>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Pas de contrat fixe avec le propriétaire ou un client</a:t>
                      </a:r>
                      <a:endParaRPr lang="en-US" sz="1100" u="none" strike="noStrike" kern="100" dirty="0">
                        <a:effectLst/>
                        <a:uFill>
                          <a:solidFill>
                            <a:srgbClr val="000000"/>
                          </a:solidFill>
                        </a:uFill>
                        <a:latin typeface="Poppins" panose="00000500000000000000"/>
                      </a:endParaRPr>
                    </a:p>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Perte de temps et d’argent si un client annule une visite</a:t>
                      </a:r>
                      <a:endParaRPr lang="en-US" sz="1100" u="none" strike="noStrike" kern="100" dirty="0">
                        <a:effectLst/>
                        <a:uFill>
                          <a:solidFill>
                            <a:srgbClr val="000000"/>
                          </a:solidFill>
                        </a:uFill>
                        <a:latin typeface="Poppins" panose="00000500000000000000"/>
                      </a:endParaRPr>
                    </a:p>
                    <a:p>
                      <a:pPr marL="342900" lvl="0" indent="-342900" algn="l" fontAlgn="base">
                        <a:lnSpc>
                          <a:spcPct val="107000"/>
                        </a:lnSpc>
                        <a:spcAft>
                          <a:spcPts val="0"/>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Possibilité de concurrence réduite</a:t>
                      </a:r>
                      <a:endParaRPr lang="en-US" sz="1100" u="none" strike="noStrike" kern="100" dirty="0">
                        <a:effectLst/>
                        <a:uFill>
                          <a:solidFill>
                            <a:srgbClr val="000000"/>
                          </a:solidFill>
                        </a:uFill>
                        <a:latin typeface="Poppins" panose="00000500000000000000"/>
                      </a:endParaRPr>
                    </a:p>
                    <a:p>
                      <a:pPr marL="342900" lvl="0" indent="-342900" algn="l" fontAlgn="base">
                        <a:lnSpc>
                          <a:spcPct val="107000"/>
                        </a:lnSpc>
                        <a:spcAft>
                          <a:spcPts val="1375"/>
                        </a:spcAft>
                        <a:buClr>
                          <a:srgbClr val="000000"/>
                        </a:buClr>
                        <a:buSzPts val="1200"/>
                        <a:buFont typeface="Symbol" panose="05050102010706020507" pitchFamily="18" charset="2"/>
                        <a:buChar char="-"/>
                      </a:pPr>
                      <a:r>
                        <a:rPr lang="fr-FR" sz="1100" u="none" strike="noStrike" kern="100" dirty="0">
                          <a:effectLst/>
                          <a:uFill>
                            <a:solidFill>
                              <a:srgbClr val="000000"/>
                            </a:solidFill>
                          </a:uFill>
                          <a:latin typeface="Poppins" panose="00000500000000000000"/>
                        </a:rPr>
                        <a:t>Gestion manuelle des données (utilisation d’Excel)</a:t>
                      </a:r>
                      <a:endParaRPr lang="en-US" sz="1100" u="none" strike="noStrike" kern="100" dirty="0">
                        <a:effectLst/>
                        <a:uFill>
                          <a:solidFill>
                            <a:srgbClr val="000000"/>
                          </a:solidFill>
                        </a:uFill>
                        <a:latin typeface="Poppins" panose="00000500000000000000"/>
                      </a:endParaRPr>
                    </a:p>
                    <a:p>
                      <a:pPr marL="415925" indent="-6350" algn="l">
                        <a:lnSpc>
                          <a:spcPct val="107000"/>
                        </a:lnSpc>
                        <a:spcAft>
                          <a:spcPts val="1375"/>
                        </a:spcAft>
                      </a:pPr>
                      <a:r>
                        <a:rPr lang="fr-FR" sz="1100" kern="100" dirty="0">
                          <a:effectLst/>
                          <a:latin typeface="Poppins" panose="00000500000000000000"/>
                        </a:rPr>
                        <a:t> </a:t>
                      </a:r>
                      <a:endParaRPr lang="en-US" sz="1100" kern="100" dirty="0">
                        <a:solidFill>
                          <a:srgbClr val="000000"/>
                        </a:solidFill>
                        <a:effectLst/>
                        <a:latin typeface="Poppins" panose="00000500000000000000"/>
                        <a:ea typeface="Times New Roman" panose="02020603050405020304" pitchFamily="18" charset="0"/>
                        <a:cs typeface="Times New Roman" panose="02020603050405020304" pitchFamily="18" charset="0"/>
                      </a:endParaRPr>
                    </a:p>
                  </a:txBody>
                  <a:tcPr marL="47787" marR="47787" marT="0" marB="0"/>
                </a:tc>
                <a:extLst>
                  <a:ext uri="{0D108BD9-81ED-4DB2-BD59-A6C34878D82A}">
                    <a16:rowId xmlns:a16="http://schemas.microsoft.com/office/drawing/2014/main" val="2543092144"/>
                  </a:ext>
                </a:extLst>
              </a:tr>
            </a:tbl>
          </a:graphicData>
        </a:graphic>
      </p:graphicFrame>
    </p:spTree>
    <p:extLst>
      <p:ext uri="{BB962C8B-B14F-4D97-AF65-F5344CB8AC3E}">
        <p14:creationId xmlns:p14="http://schemas.microsoft.com/office/powerpoint/2010/main" val="10995730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0"/>
            <a:lum/>
          </a:blip>
          <a:srcRect/>
          <a:stretch>
            <a:fillRect t="-13000" b="-13000"/>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E07CA1-A2D6-4C2A-9EF9-999546CCF86C}"/>
              </a:ext>
            </a:extLst>
          </p:cNvPr>
          <p:cNvSpPr>
            <a:spLocks noGrp="1"/>
          </p:cNvSpPr>
          <p:nvPr>
            <p:ph type="title"/>
          </p:nvPr>
        </p:nvSpPr>
        <p:spPr>
          <a:xfrm>
            <a:off x="228600" y="390527"/>
            <a:ext cx="9067800" cy="1325563"/>
          </a:xfrm>
        </p:spPr>
        <p:txBody>
          <a:bodyPr>
            <a:normAutofit/>
          </a:bodyPr>
          <a:lstStyle/>
          <a:p>
            <a:r>
              <a:rPr lang="fr-FR" b="1" dirty="0" smtClean="0">
                <a:solidFill>
                  <a:srgbClr val="1F4D78"/>
                </a:solidFill>
                <a:latin typeface="Poppins" panose="00000500000000000000" pitchFamily="2" charset="0"/>
                <a:cs typeface="Poppins" panose="00000500000000000000" pitchFamily="2" charset="0"/>
              </a:rPr>
              <a:t>Propositions de solutions</a:t>
            </a:r>
            <a:endParaRPr lang="fr-FR" dirty="0"/>
          </a:p>
        </p:txBody>
      </p:sp>
      <p:sp>
        <p:nvSpPr>
          <p:cNvPr id="3" name="Rectangle 2"/>
          <p:cNvSpPr/>
          <p:nvPr/>
        </p:nvSpPr>
        <p:spPr>
          <a:xfrm rot="16200000">
            <a:off x="-948016" y="3704666"/>
            <a:ext cx="4437529" cy="87405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fr-FR" sz="2800" dirty="0" smtClean="0"/>
          </a:p>
          <a:p>
            <a:pPr lvl="0" algn="ctr"/>
            <a:r>
              <a:rPr lang="fr-FR" sz="2800" dirty="0" smtClean="0"/>
              <a:t>Solutions</a:t>
            </a:r>
            <a:endParaRPr lang="fr-FR" sz="2800" dirty="0"/>
          </a:p>
          <a:p>
            <a:pPr algn="ctr"/>
            <a:endParaRPr lang="en-US" sz="2800" dirty="0"/>
          </a:p>
        </p:txBody>
      </p:sp>
      <p:sp>
        <p:nvSpPr>
          <p:cNvPr id="4" name="Rectangle 3"/>
          <p:cNvSpPr/>
          <p:nvPr/>
        </p:nvSpPr>
        <p:spPr>
          <a:xfrm>
            <a:off x="2312897" y="1922928"/>
            <a:ext cx="7302500" cy="92784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fr-FR" dirty="0" smtClean="0"/>
          </a:p>
          <a:p>
            <a:pPr lvl="0" algn="ctr"/>
            <a:r>
              <a:rPr lang="fr-FR" dirty="0" smtClean="0"/>
              <a:t>Achat </a:t>
            </a:r>
            <a:r>
              <a:rPr lang="fr-FR" dirty="0"/>
              <a:t>d’un logiciel libre ou open source pour la gestion des biens</a:t>
            </a:r>
          </a:p>
          <a:p>
            <a:pPr algn="ctr"/>
            <a:endParaRPr lang="en-US" dirty="0"/>
          </a:p>
        </p:txBody>
      </p:sp>
      <p:sp>
        <p:nvSpPr>
          <p:cNvPr id="6" name="Rectangle 5"/>
          <p:cNvSpPr/>
          <p:nvPr/>
        </p:nvSpPr>
        <p:spPr>
          <a:xfrm>
            <a:off x="2273303" y="5392271"/>
            <a:ext cx="7342094" cy="968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fr-FR" dirty="0" smtClean="0"/>
          </a:p>
          <a:p>
            <a:pPr lvl="0" algn="ctr"/>
            <a:r>
              <a:rPr lang="fr-FR" dirty="0" smtClean="0"/>
              <a:t>Conception </a:t>
            </a:r>
            <a:r>
              <a:rPr lang="fr-FR" dirty="0"/>
              <a:t>et réalisation d’un système de gestion pour un site web spécialisé dans l’immobilier.</a:t>
            </a:r>
          </a:p>
          <a:p>
            <a:pPr algn="ctr"/>
            <a:endParaRPr lang="en-US" dirty="0"/>
          </a:p>
        </p:txBody>
      </p:sp>
    </p:spTree>
    <p:extLst>
      <p:ext uri="{BB962C8B-B14F-4D97-AF65-F5344CB8AC3E}">
        <p14:creationId xmlns:p14="http://schemas.microsoft.com/office/powerpoint/2010/main" val="9964285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par>
                          <p:cTn id="11" fill="hold">
                            <p:stCondLst>
                              <p:cond delay="1000"/>
                            </p:stCondLst>
                            <p:childTnLst>
                              <p:par>
                                <p:cTn id="12" presetID="42" presetClass="entr" presetSubtype="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500"/>
                                        <p:tgtEl>
                                          <p:spTgt spid="4"/>
                                        </p:tgtEl>
                                      </p:cBhvr>
                                    </p:animEffect>
                                    <p:anim calcmode="lin" valueType="num">
                                      <p:cBhvr>
                                        <p:cTn id="15" dur="1500" fill="hold"/>
                                        <p:tgtEl>
                                          <p:spTgt spid="4"/>
                                        </p:tgtEl>
                                        <p:attrNameLst>
                                          <p:attrName>ppt_x</p:attrName>
                                        </p:attrNameLst>
                                      </p:cBhvr>
                                      <p:tavLst>
                                        <p:tav tm="0">
                                          <p:val>
                                            <p:strVal val="#ppt_x"/>
                                          </p:val>
                                        </p:tav>
                                        <p:tav tm="100000">
                                          <p:val>
                                            <p:strVal val="#ppt_x"/>
                                          </p:val>
                                        </p:tav>
                                      </p:tavLst>
                                    </p:anim>
                                    <p:anim calcmode="lin" valueType="num">
                                      <p:cBhvr>
                                        <p:cTn id="16" dur="1500" fill="hold"/>
                                        <p:tgtEl>
                                          <p:spTgt spid="4"/>
                                        </p:tgtEl>
                                        <p:attrNameLst>
                                          <p:attrName>ppt_y</p:attrName>
                                        </p:attrNameLst>
                                      </p:cBhvr>
                                      <p:tavLst>
                                        <p:tav tm="0">
                                          <p:val>
                                            <p:strVal val="#ppt_y+.1"/>
                                          </p:val>
                                        </p:tav>
                                        <p:tav tm="100000">
                                          <p:val>
                                            <p:strVal val="#ppt_y"/>
                                          </p:val>
                                        </p:tav>
                                      </p:tavLst>
                                    </p:anim>
                                  </p:childTnLst>
                                </p:cTn>
                              </p:par>
                            </p:childTnLst>
                          </p:cTn>
                        </p:par>
                        <p:par>
                          <p:cTn id="17" fill="hold">
                            <p:stCondLst>
                              <p:cond delay="2500"/>
                            </p:stCondLst>
                            <p:childTnLst>
                              <p:par>
                                <p:cTn id="18" presetID="42"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anim calcmode="lin" valueType="num">
                                      <p:cBhvr>
                                        <p:cTn id="21" dur="1000" fill="hold"/>
                                        <p:tgtEl>
                                          <p:spTgt spid="6"/>
                                        </p:tgtEl>
                                        <p:attrNameLst>
                                          <p:attrName>ppt_x</p:attrName>
                                        </p:attrNameLst>
                                      </p:cBhvr>
                                      <p:tavLst>
                                        <p:tav tm="0">
                                          <p:val>
                                            <p:strVal val="#ppt_x"/>
                                          </p:val>
                                        </p:tav>
                                        <p:tav tm="100000">
                                          <p:val>
                                            <p:strVal val="#ppt_x"/>
                                          </p:val>
                                        </p:tav>
                                      </p:tavLst>
                                    </p:anim>
                                    <p:anim calcmode="lin" valueType="num">
                                      <p:cBhvr>
                                        <p:cTn id="2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0"/>
            <a:lum/>
          </a:blip>
          <a:srcRect/>
          <a:stretch>
            <a:fillRect t="-13000" b="-13000"/>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C04BD8-317F-1F20-1213-AA851E258247}"/>
              </a:ext>
            </a:extLst>
          </p:cNvPr>
          <p:cNvSpPr>
            <a:spLocks noGrp="1"/>
          </p:cNvSpPr>
          <p:nvPr>
            <p:ph type="title"/>
          </p:nvPr>
        </p:nvSpPr>
        <p:spPr/>
        <p:txBody>
          <a:bodyPr/>
          <a:lstStyle/>
          <a:p>
            <a:r>
              <a:rPr lang="fr-FR" sz="4000" b="1" dirty="0" smtClean="0">
                <a:solidFill>
                  <a:srgbClr val="1F4D78"/>
                </a:solidFill>
                <a:latin typeface="Poppins" panose="00000500000000000000" pitchFamily="2" charset="0"/>
                <a:cs typeface="Poppins" panose="00000500000000000000" pitchFamily="2" charset="0"/>
              </a:rPr>
              <a:t>Solutions retenu</a:t>
            </a:r>
            <a:endParaRPr lang="fr-FR" sz="4000" b="1" dirty="0">
              <a:solidFill>
                <a:srgbClr val="1F4D78"/>
              </a:solidFill>
              <a:latin typeface="Poppins" panose="00000500000000000000" pitchFamily="2" charset="0"/>
              <a:cs typeface="Poppins" panose="00000500000000000000" pitchFamily="2" charset="0"/>
            </a:endParaRPr>
          </a:p>
        </p:txBody>
      </p:sp>
      <p:grpSp>
        <p:nvGrpSpPr>
          <p:cNvPr id="5" name="Google Shape;8843;p68">
            <a:extLst>
              <a:ext uri="{FF2B5EF4-FFF2-40B4-BE49-F238E27FC236}">
                <a16:creationId xmlns:a16="http://schemas.microsoft.com/office/drawing/2014/main" id="{255937FB-DDF4-DC6B-E6F0-E87C290EAD1B}"/>
              </a:ext>
            </a:extLst>
          </p:cNvPr>
          <p:cNvGrpSpPr/>
          <p:nvPr/>
        </p:nvGrpSpPr>
        <p:grpSpPr>
          <a:xfrm>
            <a:off x="838200" y="2506514"/>
            <a:ext cx="1559859" cy="1528540"/>
            <a:chOff x="3299850" y="238575"/>
            <a:chExt cx="427725" cy="482225"/>
          </a:xfrm>
          <a:solidFill>
            <a:schemeClr val="tx2"/>
          </a:solidFill>
        </p:grpSpPr>
        <p:sp>
          <p:nvSpPr>
            <p:cNvPr id="6" name="Google Shape;8844;p68">
              <a:extLst>
                <a:ext uri="{FF2B5EF4-FFF2-40B4-BE49-F238E27FC236}">
                  <a16:creationId xmlns:a16="http://schemas.microsoft.com/office/drawing/2014/main" id="{564A65F5-005A-09ED-DA90-0907221FC14E}"/>
                </a:ext>
              </a:extLst>
            </p:cNvPr>
            <p:cNvSpPr/>
            <p:nvPr/>
          </p:nvSpPr>
          <p:spPr>
            <a:xfrm>
              <a:off x="3299850" y="323500"/>
              <a:ext cx="427725" cy="397300"/>
            </a:xfrm>
            <a:custGeom>
              <a:avLst/>
              <a:gdLst/>
              <a:ahLst/>
              <a:cxnLst/>
              <a:rect l="l" t="t" r="r" b="b"/>
              <a:pathLst>
                <a:path w="17109" h="15892" extrusionOk="0">
                  <a:moveTo>
                    <a:pt x="3397" y="6794"/>
                  </a:moveTo>
                  <a:lnTo>
                    <a:pt x="3397" y="14759"/>
                  </a:lnTo>
                  <a:lnTo>
                    <a:pt x="1132" y="14759"/>
                  </a:lnTo>
                  <a:lnTo>
                    <a:pt x="1132" y="6794"/>
                  </a:lnTo>
                  <a:close/>
                  <a:moveTo>
                    <a:pt x="9034" y="1132"/>
                  </a:moveTo>
                  <a:cubicBezTo>
                    <a:pt x="9683" y="1175"/>
                    <a:pt x="10191" y="1712"/>
                    <a:pt x="10191" y="2364"/>
                  </a:cubicBezTo>
                  <a:cubicBezTo>
                    <a:pt x="10191" y="3346"/>
                    <a:pt x="9774" y="5275"/>
                    <a:pt x="9221" y="5828"/>
                  </a:cubicBezTo>
                  <a:cubicBezTo>
                    <a:pt x="8865" y="6184"/>
                    <a:pt x="9119" y="6794"/>
                    <a:pt x="9623" y="6794"/>
                  </a:cubicBezTo>
                  <a:lnTo>
                    <a:pt x="15285" y="6794"/>
                  </a:lnTo>
                  <a:cubicBezTo>
                    <a:pt x="15599" y="6794"/>
                    <a:pt x="15849" y="7047"/>
                    <a:pt x="15849" y="7361"/>
                  </a:cubicBezTo>
                  <a:cubicBezTo>
                    <a:pt x="15849" y="7672"/>
                    <a:pt x="15599" y="7926"/>
                    <a:pt x="15285" y="7926"/>
                  </a:cubicBezTo>
                  <a:lnTo>
                    <a:pt x="11888" y="7926"/>
                  </a:lnTo>
                  <a:cubicBezTo>
                    <a:pt x="11574" y="7926"/>
                    <a:pt x="11323" y="8180"/>
                    <a:pt x="11323" y="8494"/>
                  </a:cubicBezTo>
                  <a:cubicBezTo>
                    <a:pt x="11323" y="8805"/>
                    <a:pt x="11574" y="9058"/>
                    <a:pt x="11888" y="9058"/>
                  </a:cubicBezTo>
                  <a:lnTo>
                    <a:pt x="15285" y="9058"/>
                  </a:lnTo>
                  <a:cubicBezTo>
                    <a:pt x="15586" y="9058"/>
                    <a:pt x="15852" y="9342"/>
                    <a:pt x="15852" y="9662"/>
                  </a:cubicBezTo>
                  <a:cubicBezTo>
                    <a:pt x="15852" y="9976"/>
                    <a:pt x="15599" y="10230"/>
                    <a:pt x="15285" y="10230"/>
                  </a:cubicBezTo>
                  <a:lnTo>
                    <a:pt x="11888" y="10230"/>
                  </a:lnTo>
                  <a:cubicBezTo>
                    <a:pt x="11574" y="10230"/>
                    <a:pt x="11323" y="10484"/>
                    <a:pt x="11323" y="10795"/>
                  </a:cubicBezTo>
                  <a:cubicBezTo>
                    <a:pt x="11323" y="11109"/>
                    <a:pt x="11574" y="11362"/>
                    <a:pt x="11888" y="11362"/>
                  </a:cubicBezTo>
                  <a:lnTo>
                    <a:pt x="14152" y="11362"/>
                  </a:lnTo>
                  <a:cubicBezTo>
                    <a:pt x="14466" y="11362"/>
                    <a:pt x="14717" y="11616"/>
                    <a:pt x="14717" y="11927"/>
                  </a:cubicBezTo>
                  <a:cubicBezTo>
                    <a:pt x="14717" y="12241"/>
                    <a:pt x="14466" y="12494"/>
                    <a:pt x="14152" y="12494"/>
                  </a:cubicBezTo>
                  <a:lnTo>
                    <a:pt x="11888" y="12494"/>
                  </a:lnTo>
                  <a:cubicBezTo>
                    <a:pt x="11574" y="12494"/>
                    <a:pt x="11323" y="12748"/>
                    <a:pt x="11323" y="13059"/>
                  </a:cubicBezTo>
                  <a:cubicBezTo>
                    <a:pt x="11323" y="13373"/>
                    <a:pt x="11574" y="13627"/>
                    <a:pt x="11888" y="13627"/>
                  </a:cubicBezTo>
                  <a:lnTo>
                    <a:pt x="13020" y="13627"/>
                  </a:lnTo>
                  <a:cubicBezTo>
                    <a:pt x="13334" y="13627"/>
                    <a:pt x="13585" y="13880"/>
                    <a:pt x="13585" y="14191"/>
                  </a:cubicBezTo>
                  <a:cubicBezTo>
                    <a:pt x="13585" y="14505"/>
                    <a:pt x="13334" y="14759"/>
                    <a:pt x="13020" y="14759"/>
                  </a:cubicBezTo>
                  <a:lnTo>
                    <a:pt x="9197" y="14759"/>
                  </a:lnTo>
                  <a:cubicBezTo>
                    <a:pt x="8041" y="14759"/>
                    <a:pt x="6890" y="14572"/>
                    <a:pt x="5794" y="14207"/>
                  </a:cubicBezTo>
                  <a:lnTo>
                    <a:pt x="4529" y="13784"/>
                  </a:lnTo>
                  <a:lnTo>
                    <a:pt x="4529" y="7712"/>
                  </a:lnTo>
                  <a:lnTo>
                    <a:pt x="5686" y="7132"/>
                  </a:lnTo>
                  <a:cubicBezTo>
                    <a:pt x="6265" y="6842"/>
                    <a:pt x="6797" y="6459"/>
                    <a:pt x="7253" y="6003"/>
                  </a:cubicBezTo>
                  <a:lnTo>
                    <a:pt x="7289" y="5963"/>
                  </a:lnTo>
                  <a:cubicBezTo>
                    <a:pt x="8352" y="4901"/>
                    <a:pt x="8917" y="2654"/>
                    <a:pt x="9034" y="1132"/>
                  </a:cubicBezTo>
                  <a:close/>
                  <a:moveTo>
                    <a:pt x="8491" y="0"/>
                  </a:moveTo>
                  <a:cubicBezTo>
                    <a:pt x="8177" y="0"/>
                    <a:pt x="7926" y="254"/>
                    <a:pt x="7926" y="568"/>
                  </a:cubicBezTo>
                  <a:cubicBezTo>
                    <a:pt x="7926" y="1887"/>
                    <a:pt x="7380" y="4276"/>
                    <a:pt x="6492" y="5166"/>
                  </a:cubicBezTo>
                  <a:lnTo>
                    <a:pt x="6456" y="5203"/>
                  </a:lnTo>
                  <a:cubicBezTo>
                    <a:pt x="6081" y="5574"/>
                    <a:pt x="5652" y="5885"/>
                    <a:pt x="5181" y="6120"/>
                  </a:cubicBezTo>
                  <a:lnTo>
                    <a:pt x="4529" y="6444"/>
                  </a:lnTo>
                  <a:lnTo>
                    <a:pt x="4529" y="6229"/>
                  </a:lnTo>
                  <a:cubicBezTo>
                    <a:pt x="4529" y="5915"/>
                    <a:pt x="4276" y="5661"/>
                    <a:pt x="3962" y="5661"/>
                  </a:cubicBezTo>
                  <a:lnTo>
                    <a:pt x="565" y="5661"/>
                  </a:lnTo>
                  <a:cubicBezTo>
                    <a:pt x="251" y="5661"/>
                    <a:pt x="0" y="5915"/>
                    <a:pt x="0" y="6229"/>
                  </a:cubicBezTo>
                  <a:lnTo>
                    <a:pt x="0" y="15324"/>
                  </a:lnTo>
                  <a:cubicBezTo>
                    <a:pt x="0" y="15638"/>
                    <a:pt x="251" y="15891"/>
                    <a:pt x="565" y="15891"/>
                  </a:cubicBezTo>
                  <a:lnTo>
                    <a:pt x="3962" y="15891"/>
                  </a:lnTo>
                  <a:cubicBezTo>
                    <a:pt x="4276" y="15891"/>
                    <a:pt x="4529" y="15638"/>
                    <a:pt x="4529" y="15324"/>
                  </a:cubicBezTo>
                  <a:lnTo>
                    <a:pt x="4529" y="14976"/>
                  </a:lnTo>
                  <a:lnTo>
                    <a:pt x="5435" y="15278"/>
                  </a:lnTo>
                  <a:cubicBezTo>
                    <a:pt x="6649" y="15683"/>
                    <a:pt x="7917" y="15888"/>
                    <a:pt x="9197" y="15888"/>
                  </a:cubicBezTo>
                  <a:lnTo>
                    <a:pt x="13020" y="15888"/>
                  </a:lnTo>
                  <a:cubicBezTo>
                    <a:pt x="14219" y="15888"/>
                    <a:pt x="15040" y="14681"/>
                    <a:pt x="14599" y="13566"/>
                  </a:cubicBezTo>
                  <a:cubicBezTo>
                    <a:pt x="15577" y="13298"/>
                    <a:pt x="16106" y="12241"/>
                    <a:pt x="15731" y="11302"/>
                  </a:cubicBezTo>
                  <a:cubicBezTo>
                    <a:pt x="16468" y="11100"/>
                    <a:pt x="16981" y="10429"/>
                    <a:pt x="16984" y="9662"/>
                  </a:cubicBezTo>
                  <a:cubicBezTo>
                    <a:pt x="16981" y="9233"/>
                    <a:pt x="16824" y="8823"/>
                    <a:pt x="16541" y="8503"/>
                  </a:cubicBezTo>
                  <a:cubicBezTo>
                    <a:pt x="16994" y="8005"/>
                    <a:pt x="17108" y="7289"/>
                    <a:pt x="16837" y="6673"/>
                  </a:cubicBezTo>
                  <a:cubicBezTo>
                    <a:pt x="16565" y="6060"/>
                    <a:pt x="15958" y="5661"/>
                    <a:pt x="15285" y="5661"/>
                  </a:cubicBezTo>
                  <a:lnTo>
                    <a:pt x="10635" y="5661"/>
                  </a:lnTo>
                  <a:cubicBezTo>
                    <a:pt x="11109" y="4577"/>
                    <a:pt x="11323" y="3104"/>
                    <a:pt x="11323" y="2364"/>
                  </a:cubicBezTo>
                  <a:cubicBezTo>
                    <a:pt x="11320" y="1060"/>
                    <a:pt x="10263" y="3"/>
                    <a:pt x="895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 name="Google Shape;8845;p68">
              <a:extLst>
                <a:ext uri="{FF2B5EF4-FFF2-40B4-BE49-F238E27FC236}">
                  <a16:creationId xmlns:a16="http://schemas.microsoft.com/office/drawing/2014/main" id="{C0D6A547-AED9-3C99-0BCA-CBD897F28D28}"/>
                </a:ext>
              </a:extLst>
            </p:cNvPr>
            <p:cNvSpPr/>
            <p:nvPr/>
          </p:nvSpPr>
          <p:spPr>
            <a:xfrm>
              <a:off x="3467650" y="238575"/>
              <a:ext cx="46525" cy="56650"/>
            </a:xfrm>
            <a:custGeom>
              <a:avLst/>
              <a:gdLst/>
              <a:ahLst/>
              <a:cxnLst/>
              <a:rect l="l" t="t" r="r" b="b"/>
              <a:pathLst>
                <a:path w="1861" h="2266" extrusionOk="0">
                  <a:moveTo>
                    <a:pt x="646" y="1"/>
                  </a:moveTo>
                  <a:cubicBezTo>
                    <a:pt x="561" y="1"/>
                    <a:pt x="475" y="20"/>
                    <a:pt x="393" y="61"/>
                  </a:cubicBezTo>
                  <a:cubicBezTo>
                    <a:pt x="112" y="199"/>
                    <a:pt x="0" y="541"/>
                    <a:pt x="139" y="821"/>
                  </a:cubicBezTo>
                  <a:lnTo>
                    <a:pt x="707" y="1954"/>
                  </a:lnTo>
                  <a:cubicBezTo>
                    <a:pt x="805" y="2150"/>
                    <a:pt x="1005" y="2265"/>
                    <a:pt x="1212" y="2265"/>
                  </a:cubicBezTo>
                  <a:cubicBezTo>
                    <a:pt x="1297" y="2265"/>
                    <a:pt x="1384" y="2246"/>
                    <a:pt x="1465" y="2204"/>
                  </a:cubicBezTo>
                  <a:cubicBezTo>
                    <a:pt x="1746" y="2065"/>
                    <a:pt x="1860" y="1727"/>
                    <a:pt x="1718" y="1446"/>
                  </a:cubicBezTo>
                  <a:lnTo>
                    <a:pt x="1154" y="314"/>
                  </a:lnTo>
                  <a:cubicBezTo>
                    <a:pt x="1053" y="115"/>
                    <a:pt x="854" y="1"/>
                    <a:pt x="64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 name="Google Shape;8846;p68">
              <a:extLst>
                <a:ext uri="{FF2B5EF4-FFF2-40B4-BE49-F238E27FC236}">
                  <a16:creationId xmlns:a16="http://schemas.microsoft.com/office/drawing/2014/main" id="{3F2D54E8-A708-FA3B-A844-2CCF7B373722}"/>
                </a:ext>
              </a:extLst>
            </p:cNvPr>
            <p:cNvSpPr/>
            <p:nvPr/>
          </p:nvSpPr>
          <p:spPr>
            <a:xfrm>
              <a:off x="3566675" y="238575"/>
              <a:ext cx="46525" cy="56675"/>
            </a:xfrm>
            <a:custGeom>
              <a:avLst/>
              <a:gdLst/>
              <a:ahLst/>
              <a:cxnLst/>
              <a:rect l="l" t="t" r="r" b="b"/>
              <a:pathLst>
                <a:path w="1861" h="2267" extrusionOk="0">
                  <a:moveTo>
                    <a:pt x="1215" y="1"/>
                  </a:moveTo>
                  <a:cubicBezTo>
                    <a:pt x="1007" y="1"/>
                    <a:pt x="808" y="115"/>
                    <a:pt x="707" y="314"/>
                  </a:cubicBezTo>
                  <a:lnTo>
                    <a:pt x="143" y="1446"/>
                  </a:lnTo>
                  <a:cubicBezTo>
                    <a:pt x="1" y="1727"/>
                    <a:pt x="116" y="2065"/>
                    <a:pt x="396" y="2207"/>
                  </a:cubicBezTo>
                  <a:cubicBezTo>
                    <a:pt x="477" y="2247"/>
                    <a:pt x="562" y="2266"/>
                    <a:pt x="646" y="2266"/>
                  </a:cubicBezTo>
                  <a:cubicBezTo>
                    <a:pt x="854" y="2266"/>
                    <a:pt x="1055" y="2151"/>
                    <a:pt x="1154" y="1954"/>
                  </a:cubicBezTo>
                  <a:lnTo>
                    <a:pt x="1722" y="821"/>
                  </a:lnTo>
                  <a:cubicBezTo>
                    <a:pt x="1861" y="541"/>
                    <a:pt x="1749" y="199"/>
                    <a:pt x="1468" y="61"/>
                  </a:cubicBezTo>
                  <a:cubicBezTo>
                    <a:pt x="1387" y="20"/>
                    <a:pt x="1300" y="1"/>
                    <a:pt x="12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 name="Google Shape;8847;p68">
              <a:extLst>
                <a:ext uri="{FF2B5EF4-FFF2-40B4-BE49-F238E27FC236}">
                  <a16:creationId xmlns:a16="http://schemas.microsoft.com/office/drawing/2014/main" id="{8A4F7591-9F68-B4CD-D1B5-7D5CFB4C6226}"/>
                </a:ext>
              </a:extLst>
            </p:cNvPr>
            <p:cNvSpPr/>
            <p:nvPr/>
          </p:nvSpPr>
          <p:spPr>
            <a:xfrm>
              <a:off x="3611225" y="323500"/>
              <a:ext cx="56550" cy="28325"/>
            </a:xfrm>
            <a:custGeom>
              <a:avLst/>
              <a:gdLst/>
              <a:ahLst/>
              <a:cxnLst/>
              <a:rect l="l" t="t" r="r" b="b"/>
              <a:pathLst>
                <a:path w="2262" h="1133" extrusionOk="0">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 name="Google Shape;8848;p68">
              <a:extLst>
                <a:ext uri="{FF2B5EF4-FFF2-40B4-BE49-F238E27FC236}">
                  <a16:creationId xmlns:a16="http://schemas.microsoft.com/office/drawing/2014/main" id="{9FF7FD8A-3AEB-3617-0BC1-F4BCF401F224}"/>
                </a:ext>
              </a:extLst>
            </p:cNvPr>
            <p:cNvSpPr/>
            <p:nvPr/>
          </p:nvSpPr>
          <p:spPr>
            <a:xfrm>
              <a:off x="3413075" y="323500"/>
              <a:ext cx="56550" cy="28325"/>
            </a:xfrm>
            <a:custGeom>
              <a:avLst/>
              <a:gdLst/>
              <a:ahLst/>
              <a:cxnLst/>
              <a:rect l="l" t="t" r="r" b="b"/>
              <a:pathLst>
                <a:path w="2262" h="1133" extrusionOk="0">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0" name="Google Shape;822;p52"/>
          <p:cNvGrpSpPr/>
          <p:nvPr/>
        </p:nvGrpSpPr>
        <p:grpSpPr>
          <a:xfrm>
            <a:off x="3097168" y="2062747"/>
            <a:ext cx="3938632" cy="3156953"/>
            <a:chOff x="4637825" y="1704887"/>
            <a:chExt cx="3254314" cy="2685265"/>
          </a:xfrm>
          <a:solidFill>
            <a:schemeClr val="accent1">
              <a:lumMod val="50000"/>
            </a:schemeClr>
          </a:solidFill>
        </p:grpSpPr>
        <p:grpSp>
          <p:nvGrpSpPr>
            <p:cNvPr id="21" name="Google Shape;823;p52"/>
            <p:cNvGrpSpPr/>
            <p:nvPr/>
          </p:nvGrpSpPr>
          <p:grpSpPr>
            <a:xfrm>
              <a:off x="4637825" y="1704887"/>
              <a:ext cx="3254314" cy="2685265"/>
              <a:chOff x="4572029" y="1415284"/>
              <a:chExt cx="2875343" cy="2371304"/>
            </a:xfrm>
            <a:grpFill/>
          </p:grpSpPr>
          <p:grpSp>
            <p:nvGrpSpPr>
              <p:cNvPr id="23" name="Google Shape;824;p52"/>
              <p:cNvGrpSpPr/>
              <p:nvPr/>
            </p:nvGrpSpPr>
            <p:grpSpPr>
              <a:xfrm>
                <a:off x="4572029" y="1415284"/>
                <a:ext cx="2875343" cy="2034503"/>
                <a:chOff x="3665856" y="822037"/>
                <a:chExt cx="4758139" cy="3311365"/>
              </a:xfrm>
              <a:grpFill/>
            </p:grpSpPr>
            <p:grpSp>
              <p:nvGrpSpPr>
                <p:cNvPr id="25" name="Google Shape;825;p52"/>
                <p:cNvGrpSpPr/>
                <p:nvPr/>
              </p:nvGrpSpPr>
              <p:grpSpPr>
                <a:xfrm>
                  <a:off x="3665856" y="822037"/>
                  <a:ext cx="4758139" cy="3311365"/>
                  <a:chOff x="518720" y="252435"/>
                  <a:chExt cx="6524255" cy="4540471"/>
                </a:xfrm>
                <a:grpFill/>
              </p:grpSpPr>
              <p:sp>
                <p:nvSpPr>
                  <p:cNvPr id="27" name="Google Shape;826;p52"/>
                  <p:cNvSpPr/>
                  <p:nvPr/>
                </p:nvSpPr>
                <p:spPr>
                  <a:xfrm>
                    <a:off x="518720" y="4064753"/>
                    <a:ext cx="6524250" cy="728153"/>
                  </a:xfrm>
                  <a:custGeom>
                    <a:avLst/>
                    <a:gdLst/>
                    <a:ahLst/>
                    <a:cxnLst/>
                    <a:rect l="l" t="t" r="r" b="b"/>
                    <a:pathLst>
                      <a:path w="260970" h="22753" extrusionOk="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827;p52"/>
                  <p:cNvSpPr/>
                  <p:nvPr/>
                </p:nvSpPr>
                <p:spPr>
                  <a:xfrm>
                    <a:off x="518725" y="252435"/>
                    <a:ext cx="6524250" cy="3893525"/>
                  </a:xfrm>
                  <a:custGeom>
                    <a:avLst/>
                    <a:gdLst/>
                    <a:ahLst/>
                    <a:cxnLst/>
                    <a:rect l="l" t="t" r="r" b="b"/>
                    <a:pathLst>
                      <a:path w="260970" h="155741" extrusionOk="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828;p52"/>
                <p:cNvSpPr/>
                <p:nvPr/>
              </p:nvSpPr>
              <p:spPr>
                <a:xfrm>
                  <a:off x="5947879" y="3722586"/>
                  <a:ext cx="194076" cy="166189"/>
                </a:xfrm>
                <a:custGeom>
                  <a:avLst/>
                  <a:gdLst/>
                  <a:ahLst/>
                  <a:cxnLst/>
                  <a:rect l="l" t="t" r="r" b="b"/>
                  <a:pathLst>
                    <a:path w="10627" h="9100" extrusionOk="0">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829;p52"/>
              <p:cNvSpPr/>
              <p:nvPr/>
            </p:nvSpPr>
            <p:spPr>
              <a:xfrm>
                <a:off x="5498919" y="3427914"/>
                <a:ext cx="1040944" cy="358674"/>
              </a:xfrm>
              <a:custGeom>
                <a:avLst/>
                <a:gdLst/>
                <a:ahLst/>
                <a:cxnLst/>
                <a:rect l="l" t="t" r="r" b="b"/>
                <a:pathLst>
                  <a:path w="94481" h="29125" extrusionOk="0">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2" name="Google Shape;830;p52"/>
            <p:cNvCxnSpPr/>
            <p:nvPr/>
          </p:nvCxnSpPr>
          <p:spPr>
            <a:xfrm>
              <a:off x="4834425" y="4390150"/>
              <a:ext cx="2861100" cy="0"/>
            </a:xfrm>
            <a:prstGeom prst="straightConnector1">
              <a:avLst/>
            </a:prstGeom>
            <a:grpFill/>
            <a:ln w="9525" cap="flat" cmpd="sng">
              <a:solidFill>
                <a:schemeClr val="accent1"/>
              </a:solidFill>
              <a:prstDash val="solid"/>
              <a:round/>
              <a:headEnd type="none" w="med" len="med"/>
              <a:tailEnd type="none" w="med" len="med"/>
            </a:ln>
          </p:spPr>
        </p:cxnSp>
      </p:grpSp>
      <p:sp>
        <p:nvSpPr>
          <p:cNvPr id="29" name="ZoneTexte 28"/>
          <p:cNvSpPr txBox="1"/>
          <p:nvPr/>
        </p:nvSpPr>
        <p:spPr>
          <a:xfrm>
            <a:off x="3296199" y="2775706"/>
            <a:ext cx="3501643" cy="1200329"/>
          </a:xfrm>
          <a:prstGeom prst="rect">
            <a:avLst/>
          </a:prstGeom>
          <a:noFill/>
        </p:spPr>
        <p:txBody>
          <a:bodyPr wrap="square" rtlCol="0">
            <a:spAutoFit/>
          </a:bodyPr>
          <a:lstStyle/>
          <a:p>
            <a:pPr lvl="0" algn="ctr"/>
            <a:r>
              <a:rPr lang="fr-FR" b="1" dirty="0" smtClean="0"/>
              <a:t>Concevoir </a:t>
            </a:r>
            <a:r>
              <a:rPr lang="fr-FR" b="1" dirty="0"/>
              <a:t>e</a:t>
            </a:r>
            <a:r>
              <a:rPr lang="fr-FR" b="1" dirty="0" smtClean="0"/>
              <a:t>t réaliser </a:t>
            </a:r>
            <a:r>
              <a:rPr lang="fr-FR" b="1" dirty="0"/>
              <a:t>d’un système de gestion pour un site web spécialisé dans l’immobilier</a:t>
            </a:r>
          </a:p>
          <a:p>
            <a:pPr algn="ctr"/>
            <a:endParaRPr lang="en-US" dirty="0"/>
          </a:p>
        </p:txBody>
      </p:sp>
    </p:spTree>
    <p:extLst>
      <p:ext uri="{BB962C8B-B14F-4D97-AF65-F5344CB8AC3E}">
        <p14:creationId xmlns:p14="http://schemas.microsoft.com/office/powerpoint/2010/main" val="2397972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2" presetClass="entr" presetSubtype="4"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 calcmode="lin" valueType="num">
                                      <p:cBhvr additive="base">
                                        <p:cTn id="10" dur="2000" fill="hold"/>
                                        <p:tgtEl>
                                          <p:spTgt spid="20"/>
                                        </p:tgtEl>
                                        <p:attrNameLst>
                                          <p:attrName>ppt_x</p:attrName>
                                        </p:attrNameLst>
                                      </p:cBhvr>
                                      <p:tavLst>
                                        <p:tav tm="0">
                                          <p:val>
                                            <p:strVal val="#ppt_x"/>
                                          </p:val>
                                        </p:tav>
                                        <p:tav tm="100000">
                                          <p:val>
                                            <p:strVal val="#ppt_x"/>
                                          </p:val>
                                        </p:tav>
                                      </p:tavLst>
                                    </p:anim>
                                    <p:anim calcmode="lin" valueType="num">
                                      <p:cBhvr additive="base">
                                        <p:cTn id="11" dur="2000" fill="hold"/>
                                        <p:tgtEl>
                                          <p:spTgt spid="20"/>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 calcmode="lin" valueType="num">
                                      <p:cBhvr additive="base">
                                        <p:cTn id="14" dur="2000" fill="hold"/>
                                        <p:tgtEl>
                                          <p:spTgt spid="29"/>
                                        </p:tgtEl>
                                        <p:attrNameLst>
                                          <p:attrName>ppt_x</p:attrName>
                                        </p:attrNameLst>
                                      </p:cBhvr>
                                      <p:tavLst>
                                        <p:tav tm="0">
                                          <p:val>
                                            <p:strVal val="#ppt_x"/>
                                          </p:val>
                                        </p:tav>
                                        <p:tav tm="100000">
                                          <p:val>
                                            <p:strVal val="#ppt_x"/>
                                          </p:val>
                                        </p:tav>
                                      </p:tavLst>
                                    </p:anim>
                                    <p:anim calcmode="lin" valueType="num">
                                      <p:cBhvr additive="base">
                                        <p:cTn id="15" dur="20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6332FC-9AE0-A892-9F80-653679951886}"/>
              </a:ext>
            </a:extLst>
          </p:cNvPr>
          <p:cNvSpPr>
            <a:spLocks noGrp="1"/>
          </p:cNvSpPr>
          <p:nvPr>
            <p:ph type="title"/>
          </p:nvPr>
        </p:nvSpPr>
        <p:spPr>
          <a:xfrm>
            <a:off x="1459335" y="1414725"/>
            <a:ext cx="6224165" cy="1325563"/>
          </a:xfrm>
        </p:spPr>
        <p:txBody>
          <a:bodyPr>
            <a:normAutofit/>
          </a:bodyPr>
          <a:lstStyle/>
          <a:p>
            <a:r>
              <a:rPr lang="fr-FR" sz="2800" b="1" dirty="0" smtClean="0">
                <a:solidFill>
                  <a:srgbClr val="1F4D78"/>
                </a:solidFill>
                <a:latin typeface="Poppins" panose="00000500000000000000" pitchFamily="2" charset="0"/>
                <a:cs typeface="Poppins" panose="00000500000000000000" pitchFamily="2" charset="0"/>
              </a:rPr>
              <a:t>Outils et méthodes utilisés</a:t>
            </a:r>
            <a:endParaRPr lang="fr-FR" sz="2800" dirty="0"/>
          </a:p>
        </p:txBody>
      </p:sp>
      <p:sp>
        <p:nvSpPr>
          <p:cNvPr id="6" name="Google Shape;452;p39"/>
          <p:cNvSpPr txBox="1"/>
          <p:nvPr/>
        </p:nvSpPr>
        <p:spPr>
          <a:xfrm>
            <a:off x="964960" y="2778075"/>
            <a:ext cx="1572300" cy="59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000" dirty="0">
                <a:solidFill>
                  <a:schemeClr val="accent1"/>
                </a:solidFill>
                <a:latin typeface="Jost SemiBold"/>
                <a:ea typeface="Jost SemiBold"/>
                <a:cs typeface="Jost SemiBold"/>
                <a:sym typeface="Jost SemiBold"/>
              </a:rPr>
              <a:t>UML</a:t>
            </a:r>
            <a:endParaRPr sz="2000" dirty="0">
              <a:solidFill>
                <a:schemeClr val="accent1"/>
              </a:solidFill>
              <a:latin typeface="Jost SemiBold"/>
              <a:ea typeface="Jost SemiBold"/>
              <a:cs typeface="Jost SemiBold"/>
              <a:sym typeface="Jost SemiBold"/>
            </a:endParaRPr>
          </a:p>
        </p:txBody>
      </p:sp>
      <p:sp>
        <p:nvSpPr>
          <p:cNvPr id="8" name="Google Shape;456;p39"/>
          <p:cNvSpPr txBox="1"/>
          <p:nvPr/>
        </p:nvSpPr>
        <p:spPr>
          <a:xfrm>
            <a:off x="3334313" y="2778075"/>
            <a:ext cx="1572300" cy="59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000" dirty="0">
                <a:solidFill>
                  <a:schemeClr val="accent1"/>
                </a:solidFill>
                <a:latin typeface="Jost SemiBold"/>
                <a:ea typeface="Jost SemiBold"/>
                <a:cs typeface="Jost SemiBold"/>
                <a:sym typeface="Jost SemiBold"/>
              </a:rPr>
              <a:t>AGILE</a:t>
            </a:r>
            <a:endParaRPr sz="2000" dirty="0">
              <a:solidFill>
                <a:schemeClr val="accent1"/>
              </a:solidFill>
              <a:latin typeface="Jost SemiBold"/>
              <a:ea typeface="Jost SemiBold"/>
              <a:cs typeface="Jost SemiBold"/>
              <a:sym typeface="Jost SemiBold"/>
            </a:endParaRPr>
          </a:p>
        </p:txBody>
      </p:sp>
      <p:sp>
        <p:nvSpPr>
          <p:cNvPr id="9" name="Google Shape;457;p39"/>
          <p:cNvSpPr txBox="1"/>
          <p:nvPr/>
        </p:nvSpPr>
        <p:spPr>
          <a:xfrm>
            <a:off x="2994713" y="4753250"/>
            <a:ext cx="2751225" cy="59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000" b="1" dirty="0">
                <a:solidFill>
                  <a:schemeClr val="accent1"/>
                </a:solidFill>
                <a:latin typeface="Poppins" panose="00000500000000000000"/>
                <a:ea typeface="Jost"/>
                <a:cs typeface="Jost"/>
                <a:sym typeface="Jost"/>
              </a:rPr>
              <a:t>Méthode de gestion de projet</a:t>
            </a:r>
            <a:endParaRPr sz="2000" b="1" dirty="0">
              <a:solidFill>
                <a:schemeClr val="accent1"/>
              </a:solidFill>
              <a:latin typeface="Poppins" panose="00000500000000000000"/>
              <a:ea typeface="Jost"/>
              <a:cs typeface="Jost"/>
              <a:sym typeface="Jost"/>
            </a:endParaRPr>
          </a:p>
        </p:txBody>
      </p:sp>
      <p:sp>
        <p:nvSpPr>
          <p:cNvPr id="10" name="Google Shape;460;p39"/>
          <p:cNvSpPr txBox="1"/>
          <p:nvPr/>
        </p:nvSpPr>
        <p:spPr>
          <a:xfrm>
            <a:off x="5745938" y="2778075"/>
            <a:ext cx="2509062" cy="59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000" dirty="0">
                <a:solidFill>
                  <a:schemeClr val="accent1"/>
                </a:solidFill>
                <a:latin typeface="Jost SemiBold"/>
                <a:ea typeface="Jost SemiBold"/>
                <a:cs typeface="Jost SemiBold"/>
                <a:sym typeface="Jost SemiBold"/>
              </a:rPr>
              <a:t>VISUAL PARADIGM</a:t>
            </a:r>
            <a:endParaRPr sz="2000" dirty="0">
              <a:solidFill>
                <a:schemeClr val="accent1"/>
              </a:solidFill>
              <a:latin typeface="Jost SemiBold"/>
              <a:ea typeface="Jost SemiBold"/>
              <a:cs typeface="Jost SemiBold"/>
              <a:sym typeface="Jost SemiBold"/>
            </a:endParaRPr>
          </a:p>
        </p:txBody>
      </p:sp>
      <p:sp>
        <p:nvSpPr>
          <p:cNvPr id="11" name="Google Shape;461;p39"/>
          <p:cNvSpPr txBox="1"/>
          <p:nvPr/>
        </p:nvSpPr>
        <p:spPr>
          <a:xfrm>
            <a:off x="5847449" y="4751525"/>
            <a:ext cx="2039251" cy="518101"/>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000" b="1" dirty="0">
                <a:solidFill>
                  <a:schemeClr val="accent1"/>
                </a:solidFill>
                <a:latin typeface="Poppins" panose="00000500000000000000"/>
                <a:ea typeface="Jost"/>
                <a:cs typeface="Jost"/>
                <a:sym typeface="Jost"/>
              </a:rPr>
              <a:t>Outils de conception</a:t>
            </a:r>
            <a:endParaRPr sz="2000" b="1" dirty="0">
              <a:solidFill>
                <a:schemeClr val="accent1"/>
              </a:solidFill>
              <a:latin typeface="Poppins" panose="00000500000000000000"/>
              <a:ea typeface="Jost"/>
              <a:cs typeface="Jost"/>
              <a:sym typeface="Jost"/>
            </a:endParaRPr>
          </a:p>
        </p:txBody>
      </p:sp>
      <p:pic>
        <p:nvPicPr>
          <p:cNvPr id="12" name="Image 11">
            <a:extLst>
              <a:ext uri="{FF2B5EF4-FFF2-40B4-BE49-F238E27FC236}">
                <a16:creationId xmlns:a16="http://schemas.microsoft.com/office/drawing/2014/main" id="{CDBB80D9-1DFD-313C-7935-5A93F874E1CC}"/>
              </a:ext>
            </a:extLst>
          </p:cNvPr>
          <p:cNvPicPr>
            <a:picLocks noChangeAspect="1"/>
          </p:cNvPicPr>
          <p:nvPr/>
        </p:nvPicPr>
        <p:blipFill>
          <a:blip r:embed="rId4"/>
          <a:stretch>
            <a:fillRect/>
          </a:stretch>
        </p:blipFill>
        <p:spPr>
          <a:xfrm>
            <a:off x="6032196" y="3375975"/>
            <a:ext cx="1651304" cy="1201650"/>
          </a:xfrm>
          <a:prstGeom prst="rect">
            <a:avLst/>
          </a:prstGeom>
        </p:spPr>
      </p:pic>
      <p:sp>
        <p:nvSpPr>
          <p:cNvPr id="15" name="Google Shape;449;p39"/>
          <p:cNvSpPr txBox="1"/>
          <p:nvPr/>
        </p:nvSpPr>
        <p:spPr>
          <a:xfrm>
            <a:off x="482600" y="4721425"/>
            <a:ext cx="2328775" cy="518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000" b="1" dirty="0" smtClean="0">
                <a:solidFill>
                  <a:schemeClr val="accent1"/>
                </a:solidFill>
                <a:latin typeface="Poppins" panose="00000500000000000000"/>
                <a:ea typeface="Jost"/>
                <a:cs typeface="Jost"/>
                <a:sym typeface="Jost"/>
              </a:rPr>
              <a:t>Langage </a:t>
            </a:r>
            <a:r>
              <a:rPr lang="en" sz="2000" b="1" dirty="0">
                <a:solidFill>
                  <a:schemeClr val="accent1"/>
                </a:solidFill>
                <a:latin typeface="Poppins" panose="00000500000000000000"/>
                <a:ea typeface="Jost"/>
                <a:cs typeface="Jost"/>
                <a:sym typeface="Jost"/>
              </a:rPr>
              <a:t>de modélisation</a:t>
            </a:r>
            <a:endParaRPr sz="2000" b="1" dirty="0">
              <a:solidFill>
                <a:schemeClr val="accent1"/>
              </a:solidFill>
              <a:latin typeface="Poppins" panose="00000500000000000000"/>
              <a:ea typeface="Jost"/>
              <a:cs typeface="Jost"/>
              <a:sym typeface="Jost"/>
            </a:endParaRPr>
          </a:p>
        </p:txBody>
      </p:sp>
      <p:sp>
        <p:nvSpPr>
          <p:cNvPr id="16" name="Titre 1">
            <a:extLst>
              <a:ext uri="{FF2B5EF4-FFF2-40B4-BE49-F238E27FC236}">
                <a16:creationId xmlns:a16="http://schemas.microsoft.com/office/drawing/2014/main" id="{BE6332FC-9AE0-A892-9F80-653679951886}"/>
              </a:ext>
            </a:extLst>
          </p:cNvPr>
          <p:cNvSpPr txBox="1">
            <a:spLocks/>
          </p:cNvSpPr>
          <p:nvPr/>
        </p:nvSpPr>
        <p:spPr>
          <a:xfrm>
            <a:off x="1111560" y="246862"/>
            <a:ext cx="10591800" cy="1325563"/>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smtClean="0">
                <a:solidFill>
                  <a:srgbClr val="1F4D78"/>
                </a:solidFill>
                <a:latin typeface="Poppins" panose="00000500000000000000" pitchFamily="2" charset="0"/>
                <a:cs typeface="Poppins" panose="00000500000000000000" pitchFamily="2" charset="0"/>
              </a:rPr>
              <a:t>Analyse conceptuel</a:t>
            </a:r>
            <a:endParaRPr lang="fr-FR" dirty="0"/>
          </a:p>
        </p:txBody>
      </p:sp>
      <p:cxnSp>
        <p:nvCxnSpPr>
          <p:cNvPr id="18" name="Connecteur droit 17"/>
          <p:cNvCxnSpPr/>
          <p:nvPr/>
        </p:nvCxnSpPr>
        <p:spPr>
          <a:xfrm>
            <a:off x="964960" y="1294794"/>
            <a:ext cx="6673540"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19" name="Image 18"/>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2928600" y="3413762"/>
            <a:ext cx="2735896" cy="1042075"/>
          </a:xfrm>
          <a:prstGeom prst="rect">
            <a:avLst/>
          </a:prstGeom>
        </p:spPr>
      </p:pic>
      <p:pic>
        <p:nvPicPr>
          <p:cNvPr id="20" name="Image 1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3669" y="3326219"/>
            <a:ext cx="1392140" cy="1163863"/>
          </a:xfrm>
          <a:prstGeom prst="rect">
            <a:avLst/>
          </a:prstGeom>
        </p:spPr>
      </p:pic>
    </p:spTree>
    <p:extLst>
      <p:ext uri="{BB962C8B-B14F-4D97-AF65-F5344CB8AC3E}">
        <p14:creationId xmlns:p14="http://schemas.microsoft.com/office/powerpoint/2010/main" val="1311397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500"/>
                                        <p:tgtEl>
                                          <p:spTgt spid="8"/>
                                        </p:tgtEl>
                                      </p:cBhvr>
                                    </p:animEffect>
                                    <p:anim calcmode="lin" valueType="num">
                                      <p:cBhvr>
                                        <p:cTn id="18" dur="1500" fill="hold"/>
                                        <p:tgtEl>
                                          <p:spTgt spid="8"/>
                                        </p:tgtEl>
                                        <p:attrNameLst>
                                          <p:attrName>ppt_x</p:attrName>
                                        </p:attrNameLst>
                                      </p:cBhvr>
                                      <p:tavLst>
                                        <p:tav tm="0">
                                          <p:val>
                                            <p:strVal val="#ppt_x"/>
                                          </p:val>
                                        </p:tav>
                                        <p:tav tm="100000">
                                          <p:val>
                                            <p:strVal val="#ppt_x"/>
                                          </p:val>
                                        </p:tav>
                                      </p:tavLst>
                                    </p:anim>
                                    <p:anim calcmode="lin" valueType="num">
                                      <p:cBhvr>
                                        <p:cTn id="19" dur="15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500"/>
                                        <p:tgtEl>
                                          <p:spTgt spid="9"/>
                                        </p:tgtEl>
                                      </p:cBhvr>
                                    </p:animEffect>
                                    <p:anim calcmode="lin" valueType="num">
                                      <p:cBhvr>
                                        <p:cTn id="23" dur="1500" fill="hold"/>
                                        <p:tgtEl>
                                          <p:spTgt spid="9"/>
                                        </p:tgtEl>
                                        <p:attrNameLst>
                                          <p:attrName>ppt_x</p:attrName>
                                        </p:attrNameLst>
                                      </p:cBhvr>
                                      <p:tavLst>
                                        <p:tav tm="0">
                                          <p:val>
                                            <p:strVal val="#ppt_x"/>
                                          </p:val>
                                        </p:tav>
                                        <p:tav tm="100000">
                                          <p:val>
                                            <p:strVal val="#ppt_x"/>
                                          </p:val>
                                        </p:tav>
                                      </p:tavLst>
                                    </p:anim>
                                    <p:anim calcmode="lin" valueType="num">
                                      <p:cBhvr>
                                        <p:cTn id="24" dur="15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2000"/>
                                        <p:tgtEl>
                                          <p:spTgt spid="10"/>
                                        </p:tgtEl>
                                      </p:cBhvr>
                                    </p:animEffect>
                                    <p:anim calcmode="lin" valueType="num">
                                      <p:cBhvr>
                                        <p:cTn id="28" dur="2000" fill="hold"/>
                                        <p:tgtEl>
                                          <p:spTgt spid="10"/>
                                        </p:tgtEl>
                                        <p:attrNameLst>
                                          <p:attrName>ppt_x</p:attrName>
                                        </p:attrNameLst>
                                      </p:cBhvr>
                                      <p:tavLst>
                                        <p:tav tm="0">
                                          <p:val>
                                            <p:strVal val="#ppt_x"/>
                                          </p:val>
                                        </p:tav>
                                        <p:tav tm="100000">
                                          <p:val>
                                            <p:strVal val="#ppt_x"/>
                                          </p:val>
                                        </p:tav>
                                      </p:tavLst>
                                    </p:anim>
                                    <p:anim calcmode="lin" valueType="num">
                                      <p:cBhvr>
                                        <p:cTn id="29" dur="2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2000"/>
                                        <p:tgtEl>
                                          <p:spTgt spid="11"/>
                                        </p:tgtEl>
                                      </p:cBhvr>
                                    </p:animEffect>
                                    <p:anim calcmode="lin" valueType="num">
                                      <p:cBhvr>
                                        <p:cTn id="33" dur="2000" fill="hold"/>
                                        <p:tgtEl>
                                          <p:spTgt spid="11"/>
                                        </p:tgtEl>
                                        <p:attrNameLst>
                                          <p:attrName>ppt_x</p:attrName>
                                        </p:attrNameLst>
                                      </p:cBhvr>
                                      <p:tavLst>
                                        <p:tav tm="0">
                                          <p:val>
                                            <p:strVal val="#ppt_x"/>
                                          </p:val>
                                        </p:tav>
                                        <p:tav tm="100000">
                                          <p:val>
                                            <p:strVal val="#ppt_x"/>
                                          </p:val>
                                        </p:tav>
                                      </p:tavLst>
                                    </p:anim>
                                    <p:anim calcmode="lin" valueType="num">
                                      <p:cBhvr>
                                        <p:cTn id="34" dur="2000" fill="hold"/>
                                        <p:tgtEl>
                                          <p:spTgt spid="11"/>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2000"/>
                                        <p:tgtEl>
                                          <p:spTgt spid="12"/>
                                        </p:tgtEl>
                                      </p:cBhvr>
                                    </p:animEffect>
                                    <p:anim calcmode="lin" valueType="num">
                                      <p:cBhvr>
                                        <p:cTn id="38" dur="2000" fill="hold"/>
                                        <p:tgtEl>
                                          <p:spTgt spid="12"/>
                                        </p:tgtEl>
                                        <p:attrNameLst>
                                          <p:attrName>ppt_x</p:attrName>
                                        </p:attrNameLst>
                                      </p:cBhvr>
                                      <p:tavLst>
                                        <p:tav tm="0">
                                          <p:val>
                                            <p:strVal val="#ppt_x"/>
                                          </p:val>
                                        </p:tav>
                                        <p:tav tm="100000">
                                          <p:val>
                                            <p:strVal val="#ppt_x"/>
                                          </p:val>
                                        </p:tav>
                                      </p:tavLst>
                                    </p:anim>
                                    <p:anim calcmode="lin" valueType="num">
                                      <p:cBhvr>
                                        <p:cTn id="39" dur="2000" fill="hold"/>
                                        <p:tgtEl>
                                          <p:spTgt spid="1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1000"/>
                                        <p:tgtEl>
                                          <p:spTgt spid="16"/>
                                        </p:tgtEl>
                                      </p:cBhvr>
                                    </p:animEffect>
                                    <p:anim calcmode="lin" valueType="num">
                                      <p:cBhvr>
                                        <p:cTn id="48" dur="1000" fill="hold"/>
                                        <p:tgtEl>
                                          <p:spTgt spid="16"/>
                                        </p:tgtEl>
                                        <p:attrNameLst>
                                          <p:attrName>ppt_x</p:attrName>
                                        </p:attrNameLst>
                                      </p:cBhvr>
                                      <p:tavLst>
                                        <p:tav tm="0">
                                          <p:val>
                                            <p:strVal val="#ppt_x"/>
                                          </p:val>
                                        </p:tav>
                                        <p:tav tm="100000">
                                          <p:val>
                                            <p:strVal val="#ppt_x"/>
                                          </p:val>
                                        </p:tav>
                                      </p:tavLst>
                                    </p:anim>
                                    <p:anim calcmode="lin" valueType="num">
                                      <p:cBhvr>
                                        <p:cTn id="49" dur="1000" fill="hold"/>
                                        <p:tgtEl>
                                          <p:spTgt spid="16"/>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1000"/>
                                        <p:tgtEl>
                                          <p:spTgt spid="18"/>
                                        </p:tgtEl>
                                      </p:cBhvr>
                                    </p:animEffect>
                                    <p:anim calcmode="lin" valueType="num">
                                      <p:cBhvr>
                                        <p:cTn id="53" dur="1000" fill="hold"/>
                                        <p:tgtEl>
                                          <p:spTgt spid="18"/>
                                        </p:tgtEl>
                                        <p:attrNameLst>
                                          <p:attrName>ppt_x</p:attrName>
                                        </p:attrNameLst>
                                      </p:cBhvr>
                                      <p:tavLst>
                                        <p:tav tm="0">
                                          <p:val>
                                            <p:strVal val="#ppt_x"/>
                                          </p:val>
                                        </p:tav>
                                        <p:tav tm="100000">
                                          <p:val>
                                            <p:strVal val="#ppt_x"/>
                                          </p:val>
                                        </p:tav>
                                      </p:tavLst>
                                    </p:anim>
                                    <p:anim calcmode="lin" valueType="num">
                                      <p:cBhvr>
                                        <p:cTn id="54" dur="1000" fill="hold"/>
                                        <p:tgtEl>
                                          <p:spTgt spid="18"/>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1500"/>
                                        <p:tgtEl>
                                          <p:spTgt spid="19"/>
                                        </p:tgtEl>
                                      </p:cBhvr>
                                    </p:animEffect>
                                    <p:anim calcmode="lin" valueType="num">
                                      <p:cBhvr>
                                        <p:cTn id="58" dur="1500" fill="hold"/>
                                        <p:tgtEl>
                                          <p:spTgt spid="19"/>
                                        </p:tgtEl>
                                        <p:attrNameLst>
                                          <p:attrName>ppt_x</p:attrName>
                                        </p:attrNameLst>
                                      </p:cBhvr>
                                      <p:tavLst>
                                        <p:tav tm="0">
                                          <p:val>
                                            <p:strVal val="#ppt_x"/>
                                          </p:val>
                                        </p:tav>
                                        <p:tav tm="100000">
                                          <p:val>
                                            <p:strVal val="#ppt_x"/>
                                          </p:val>
                                        </p:tav>
                                      </p:tavLst>
                                    </p:anim>
                                    <p:anim calcmode="lin" valueType="num">
                                      <p:cBhvr>
                                        <p:cTn id="59" dur="1500" fill="hold"/>
                                        <p:tgtEl>
                                          <p:spTgt spid="19"/>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1000"/>
                                        <p:tgtEl>
                                          <p:spTgt spid="20"/>
                                        </p:tgtEl>
                                      </p:cBhvr>
                                    </p:animEffect>
                                    <p:anim calcmode="lin" valueType="num">
                                      <p:cBhvr>
                                        <p:cTn id="63" dur="1000" fill="hold"/>
                                        <p:tgtEl>
                                          <p:spTgt spid="20"/>
                                        </p:tgtEl>
                                        <p:attrNameLst>
                                          <p:attrName>ppt_x</p:attrName>
                                        </p:attrNameLst>
                                      </p:cBhvr>
                                      <p:tavLst>
                                        <p:tav tm="0">
                                          <p:val>
                                            <p:strVal val="#ppt_x"/>
                                          </p:val>
                                        </p:tav>
                                        <p:tav tm="100000">
                                          <p:val>
                                            <p:strVal val="#ppt_x"/>
                                          </p:val>
                                        </p:tav>
                                      </p:tavLst>
                                    </p:anim>
                                    <p:anim calcmode="lin" valueType="num">
                                      <p:cBhvr>
                                        <p:cTn id="6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8" grpId="0"/>
      <p:bldP spid="9" grpId="0"/>
      <p:bldP spid="10" grpId="0"/>
      <p:bldP spid="11" grpId="0"/>
      <p:bldP spid="15"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6332FC-9AE0-A892-9F80-653679951886}"/>
              </a:ext>
            </a:extLst>
          </p:cNvPr>
          <p:cNvSpPr>
            <a:spLocks noGrp="1"/>
          </p:cNvSpPr>
          <p:nvPr>
            <p:ph type="title"/>
          </p:nvPr>
        </p:nvSpPr>
        <p:spPr>
          <a:xfrm>
            <a:off x="838200" y="365127"/>
            <a:ext cx="10591800" cy="1325563"/>
          </a:xfrm>
        </p:spPr>
        <p:txBody>
          <a:bodyPr/>
          <a:lstStyle/>
          <a:p>
            <a:r>
              <a:rPr lang="fr-FR" b="1" dirty="0" smtClean="0">
                <a:solidFill>
                  <a:srgbClr val="1F4D78"/>
                </a:solidFill>
                <a:latin typeface="Poppins" panose="00000500000000000000" pitchFamily="2" charset="0"/>
                <a:cs typeface="Poppins" panose="00000500000000000000" pitchFamily="2" charset="0"/>
              </a:rPr>
              <a:t>Analyse conceptuel</a:t>
            </a:r>
            <a:endParaRPr lang="fr-FR" dirty="0"/>
          </a:p>
        </p:txBody>
      </p:sp>
      <p:pic>
        <p:nvPicPr>
          <p:cNvPr id="16" name="Image 15">
            <a:extLst>
              <a:ext uri="{FF2B5EF4-FFF2-40B4-BE49-F238E27FC236}">
                <a16:creationId xmlns:a16="http://schemas.microsoft.com/office/drawing/2014/main" id="{77BA84B3-D928-C8CE-5212-D979302ACC55}"/>
              </a:ext>
            </a:extLst>
          </p:cNvPr>
          <p:cNvPicPr>
            <a:picLocks noChangeAspect="1"/>
          </p:cNvPicPr>
          <p:nvPr/>
        </p:nvPicPr>
        <p:blipFill>
          <a:blip r:embed="rId4"/>
          <a:stretch>
            <a:fillRect/>
          </a:stretch>
        </p:blipFill>
        <p:spPr>
          <a:xfrm>
            <a:off x="570079" y="3154315"/>
            <a:ext cx="1371941" cy="739772"/>
          </a:xfrm>
          <a:prstGeom prst="rect">
            <a:avLst/>
          </a:prstGeom>
        </p:spPr>
      </p:pic>
      <p:pic>
        <p:nvPicPr>
          <p:cNvPr id="17" name="Image 16" descr="C:\Users\Avoutra Randriah\AppData\Local\Microsoft\Windows\INetCache\Content.Word\next-js-logo-7929BCD36F-seeklogo.com.png"/>
          <p:cNvPicPr/>
          <p:nvPr/>
        </p:nvPicPr>
        <p:blipFill>
          <a:blip r:embed="rId5">
            <a:extLst>
              <a:ext uri="{28A0092B-C50C-407E-A947-70E740481C1C}">
                <a14:useLocalDpi xmlns:a14="http://schemas.microsoft.com/office/drawing/2010/main" val="0"/>
              </a:ext>
            </a:extLst>
          </a:blip>
          <a:srcRect/>
          <a:stretch>
            <a:fillRect/>
          </a:stretch>
        </p:blipFill>
        <p:spPr bwMode="auto">
          <a:xfrm>
            <a:off x="3310105" y="4437196"/>
            <a:ext cx="1733868" cy="958582"/>
          </a:xfrm>
          <a:prstGeom prst="rect">
            <a:avLst/>
          </a:prstGeom>
          <a:noFill/>
          <a:ln>
            <a:noFill/>
          </a:ln>
        </p:spPr>
      </p:pic>
      <p:pic>
        <p:nvPicPr>
          <p:cNvPr id="18" name="Image 17" descr="C:\Users\Avoutra Randriah\AppData\Local\Microsoft\Windows\INetCache\Content.Word\1200px-Laravel.svg.png"/>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2151" y="4220344"/>
            <a:ext cx="1407795" cy="1392287"/>
          </a:xfrm>
          <a:prstGeom prst="rect">
            <a:avLst/>
          </a:prstGeom>
          <a:noFill/>
          <a:ln>
            <a:noFill/>
          </a:ln>
        </p:spPr>
      </p:pic>
      <p:pic>
        <p:nvPicPr>
          <p:cNvPr id="19" name="Image 18" descr="upload.wikimedia.org/wikipedia/commons/thumb/2/..."/>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128000" y="2914152"/>
            <a:ext cx="1465262" cy="1438908"/>
          </a:xfrm>
          <a:prstGeom prst="rect">
            <a:avLst/>
          </a:prstGeom>
          <a:noFill/>
          <a:ln>
            <a:noFill/>
          </a:ln>
        </p:spPr>
      </p:pic>
      <p:sp>
        <p:nvSpPr>
          <p:cNvPr id="3" name="AutoShape 2" descr="https://encrypted-tbn0.gstatic.com/images?q=tbn:ANd9GcTW4rxAQDfvnTvpcScxoaZRT_O7r05fKAJIpWQvOM7S&amp;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 name="Image 1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620545" y="4437196"/>
            <a:ext cx="1751011" cy="798198"/>
          </a:xfrm>
          <a:prstGeom prst="rect">
            <a:avLst/>
          </a:prstGeom>
        </p:spPr>
      </p:pic>
      <p:pic>
        <p:nvPicPr>
          <p:cNvPr id="21" name="Image 20"/>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3492956" y="2950252"/>
            <a:ext cx="1280545" cy="1147897"/>
          </a:xfrm>
          <a:prstGeom prst="rect">
            <a:avLst/>
          </a:prstGeom>
        </p:spPr>
      </p:pic>
      <p:pic>
        <p:nvPicPr>
          <p:cNvPr id="22" name="Image 21">
            <a:extLst>
              <a:ext uri="{FF2B5EF4-FFF2-40B4-BE49-F238E27FC236}">
                <a16:creationId xmlns:a16="http://schemas.microsoft.com/office/drawing/2014/main" id="{83F0FFB6-4104-3733-A61A-7D0A53180018}"/>
              </a:ext>
            </a:extLst>
          </p:cNvPr>
          <p:cNvPicPr>
            <a:picLocks noChangeAspect="1"/>
          </p:cNvPicPr>
          <p:nvPr/>
        </p:nvPicPr>
        <p:blipFill>
          <a:blip r:embed="rId10"/>
          <a:stretch>
            <a:fillRect/>
          </a:stretch>
        </p:blipFill>
        <p:spPr>
          <a:xfrm>
            <a:off x="5620545" y="3041671"/>
            <a:ext cx="1605755" cy="965058"/>
          </a:xfrm>
          <a:prstGeom prst="rect">
            <a:avLst/>
          </a:prstGeom>
        </p:spPr>
      </p:pic>
      <p:sp>
        <p:nvSpPr>
          <p:cNvPr id="23" name="Titre 1">
            <a:extLst>
              <a:ext uri="{FF2B5EF4-FFF2-40B4-BE49-F238E27FC236}">
                <a16:creationId xmlns:a16="http://schemas.microsoft.com/office/drawing/2014/main" id="{BE6332FC-9AE0-A892-9F80-653679951886}"/>
              </a:ext>
            </a:extLst>
          </p:cNvPr>
          <p:cNvSpPr txBox="1">
            <a:spLocks/>
          </p:cNvSpPr>
          <p:nvPr/>
        </p:nvSpPr>
        <p:spPr>
          <a:xfrm>
            <a:off x="1541095" y="1243142"/>
            <a:ext cx="6224165" cy="1325563"/>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smtClean="0">
                <a:solidFill>
                  <a:srgbClr val="1F4D78"/>
                </a:solidFill>
                <a:latin typeface="Poppins" panose="00000500000000000000" pitchFamily="2" charset="0"/>
                <a:cs typeface="Poppins" panose="00000500000000000000" pitchFamily="2" charset="0"/>
              </a:rPr>
              <a:t>Outils et méthodes utilisés</a:t>
            </a:r>
            <a:endParaRPr lang="fr-FR" sz="2800" dirty="0"/>
          </a:p>
        </p:txBody>
      </p:sp>
      <p:cxnSp>
        <p:nvCxnSpPr>
          <p:cNvPr id="24" name="Connecteur droit 23"/>
          <p:cNvCxnSpPr/>
          <p:nvPr/>
        </p:nvCxnSpPr>
        <p:spPr>
          <a:xfrm>
            <a:off x="964960" y="1294794"/>
            <a:ext cx="6673540"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139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1000"/>
                                        <p:tgtEl>
                                          <p:spTgt spid="23"/>
                                        </p:tgtEl>
                                      </p:cBhvr>
                                    </p:animEffect>
                                    <p:anim calcmode="lin" valueType="num">
                                      <p:cBhvr>
                                        <p:cTn id="18" dur="1000" fill="hold"/>
                                        <p:tgtEl>
                                          <p:spTgt spid="23"/>
                                        </p:tgtEl>
                                        <p:attrNameLst>
                                          <p:attrName>ppt_x</p:attrName>
                                        </p:attrNameLst>
                                      </p:cBhvr>
                                      <p:tavLst>
                                        <p:tav tm="0">
                                          <p:val>
                                            <p:strVal val="#ppt_x"/>
                                          </p:val>
                                        </p:tav>
                                        <p:tav tm="100000">
                                          <p:val>
                                            <p:strVal val="#ppt_x"/>
                                          </p:val>
                                        </p:tav>
                                      </p:tavLst>
                                    </p:anim>
                                    <p:anim calcmode="lin" valueType="num">
                                      <p:cBhvr>
                                        <p:cTn id="19" dur="1000" fill="hold"/>
                                        <p:tgtEl>
                                          <p:spTgt spid="23"/>
                                        </p:tgtEl>
                                        <p:attrNameLst>
                                          <p:attrName>ppt_y</p:attrName>
                                        </p:attrNameLst>
                                      </p:cBhvr>
                                      <p:tavLst>
                                        <p:tav tm="0">
                                          <p:val>
                                            <p:strVal val="#ppt_y+.1"/>
                                          </p:val>
                                        </p:tav>
                                        <p:tav tm="100000">
                                          <p:val>
                                            <p:strVal val="#ppt_y"/>
                                          </p:val>
                                        </p:tav>
                                      </p:tavLst>
                                    </p:anim>
                                  </p:childTnLst>
                                </p:cTn>
                              </p:par>
                              <p:par>
                                <p:cTn id="20" presetID="31" presetClass="entr" presetSubtype="0"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p:cTn id="22" dur="1250" fill="hold"/>
                                        <p:tgtEl>
                                          <p:spTgt spid="16"/>
                                        </p:tgtEl>
                                        <p:attrNameLst>
                                          <p:attrName>ppt_w</p:attrName>
                                        </p:attrNameLst>
                                      </p:cBhvr>
                                      <p:tavLst>
                                        <p:tav tm="0">
                                          <p:val>
                                            <p:fltVal val="0"/>
                                          </p:val>
                                        </p:tav>
                                        <p:tav tm="100000">
                                          <p:val>
                                            <p:strVal val="#ppt_w"/>
                                          </p:val>
                                        </p:tav>
                                      </p:tavLst>
                                    </p:anim>
                                    <p:anim calcmode="lin" valueType="num">
                                      <p:cBhvr>
                                        <p:cTn id="23" dur="1250" fill="hold"/>
                                        <p:tgtEl>
                                          <p:spTgt spid="16"/>
                                        </p:tgtEl>
                                        <p:attrNameLst>
                                          <p:attrName>ppt_h</p:attrName>
                                        </p:attrNameLst>
                                      </p:cBhvr>
                                      <p:tavLst>
                                        <p:tav tm="0">
                                          <p:val>
                                            <p:fltVal val="0"/>
                                          </p:val>
                                        </p:tav>
                                        <p:tav tm="100000">
                                          <p:val>
                                            <p:strVal val="#ppt_h"/>
                                          </p:val>
                                        </p:tav>
                                      </p:tavLst>
                                    </p:anim>
                                    <p:anim calcmode="lin" valueType="num">
                                      <p:cBhvr>
                                        <p:cTn id="24" dur="1250" fill="hold"/>
                                        <p:tgtEl>
                                          <p:spTgt spid="16"/>
                                        </p:tgtEl>
                                        <p:attrNameLst>
                                          <p:attrName>style.rotation</p:attrName>
                                        </p:attrNameLst>
                                      </p:cBhvr>
                                      <p:tavLst>
                                        <p:tav tm="0">
                                          <p:val>
                                            <p:fltVal val="90"/>
                                          </p:val>
                                        </p:tav>
                                        <p:tav tm="100000">
                                          <p:val>
                                            <p:fltVal val="0"/>
                                          </p:val>
                                        </p:tav>
                                      </p:tavLst>
                                    </p:anim>
                                    <p:animEffect transition="in" filter="fade">
                                      <p:cBhvr>
                                        <p:cTn id="25" dur="1250"/>
                                        <p:tgtEl>
                                          <p:spTgt spid="16"/>
                                        </p:tgtEl>
                                      </p:cBhvr>
                                    </p:animEffect>
                                  </p:childTnLst>
                                </p:cTn>
                              </p:par>
                              <p:par>
                                <p:cTn id="26" presetID="31"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 calcmode="lin" valueType="num">
                                      <p:cBhvr>
                                        <p:cTn id="28" dur="1250" fill="hold"/>
                                        <p:tgtEl>
                                          <p:spTgt spid="18"/>
                                        </p:tgtEl>
                                        <p:attrNameLst>
                                          <p:attrName>ppt_w</p:attrName>
                                        </p:attrNameLst>
                                      </p:cBhvr>
                                      <p:tavLst>
                                        <p:tav tm="0">
                                          <p:val>
                                            <p:fltVal val="0"/>
                                          </p:val>
                                        </p:tav>
                                        <p:tav tm="100000">
                                          <p:val>
                                            <p:strVal val="#ppt_w"/>
                                          </p:val>
                                        </p:tav>
                                      </p:tavLst>
                                    </p:anim>
                                    <p:anim calcmode="lin" valueType="num">
                                      <p:cBhvr>
                                        <p:cTn id="29" dur="1250" fill="hold"/>
                                        <p:tgtEl>
                                          <p:spTgt spid="18"/>
                                        </p:tgtEl>
                                        <p:attrNameLst>
                                          <p:attrName>ppt_h</p:attrName>
                                        </p:attrNameLst>
                                      </p:cBhvr>
                                      <p:tavLst>
                                        <p:tav tm="0">
                                          <p:val>
                                            <p:fltVal val="0"/>
                                          </p:val>
                                        </p:tav>
                                        <p:tav tm="100000">
                                          <p:val>
                                            <p:strVal val="#ppt_h"/>
                                          </p:val>
                                        </p:tav>
                                      </p:tavLst>
                                    </p:anim>
                                    <p:anim calcmode="lin" valueType="num">
                                      <p:cBhvr>
                                        <p:cTn id="30" dur="1250" fill="hold"/>
                                        <p:tgtEl>
                                          <p:spTgt spid="18"/>
                                        </p:tgtEl>
                                        <p:attrNameLst>
                                          <p:attrName>style.rotation</p:attrName>
                                        </p:attrNameLst>
                                      </p:cBhvr>
                                      <p:tavLst>
                                        <p:tav tm="0">
                                          <p:val>
                                            <p:fltVal val="90"/>
                                          </p:val>
                                        </p:tav>
                                        <p:tav tm="100000">
                                          <p:val>
                                            <p:fltVal val="0"/>
                                          </p:val>
                                        </p:tav>
                                      </p:tavLst>
                                    </p:anim>
                                    <p:animEffect transition="in" filter="fade">
                                      <p:cBhvr>
                                        <p:cTn id="31" dur="1250"/>
                                        <p:tgtEl>
                                          <p:spTgt spid="18"/>
                                        </p:tgtEl>
                                      </p:cBhvr>
                                    </p:animEffect>
                                  </p:childTnLst>
                                </p:cTn>
                              </p:par>
                            </p:childTnLst>
                          </p:cTn>
                        </p:par>
                        <p:par>
                          <p:cTn id="32" fill="hold">
                            <p:stCondLst>
                              <p:cond delay="1250"/>
                            </p:stCondLst>
                            <p:childTnLst>
                              <p:par>
                                <p:cTn id="33" presetID="31" presetClass="entr" presetSubtype="0" fill="hold" nodeType="after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p:cTn id="35" dur="1400" fill="hold"/>
                                        <p:tgtEl>
                                          <p:spTgt spid="21"/>
                                        </p:tgtEl>
                                        <p:attrNameLst>
                                          <p:attrName>ppt_w</p:attrName>
                                        </p:attrNameLst>
                                      </p:cBhvr>
                                      <p:tavLst>
                                        <p:tav tm="0">
                                          <p:val>
                                            <p:fltVal val="0"/>
                                          </p:val>
                                        </p:tav>
                                        <p:tav tm="100000">
                                          <p:val>
                                            <p:strVal val="#ppt_w"/>
                                          </p:val>
                                        </p:tav>
                                      </p:tavLst>
                                    </p:anim>
                                    <p:anim calcmode="lin" valueType="num">
                                      <p:cBhvr>
                                        <p:cTn id="36" dur="1400" fill="hold"/>
                                        <p:tgtEl>
                                          <p:spTgt spid="21"/>
                                        </p:tgtEl>
                                        <p:attrNameLst>
                                          <p:attrName>ppt_h</p:attrName>
                                        </p:attrNameLst>
                                      </p:cBhvr>
                                      <p:tavLst>
                                        <p:tav tm="0">
                                          <p:val>
                                            <p:fltVal val="0"/>
                                          </p:val>
                                        </p:tav>
                                        <p:tav tm="100000">
                                          <p:val>
                                            <p:strVal val="#ppt_h"/>
                                          </p:val>
                                        </p:tav>
                                      </p:tavLst>
                                    </p:anim>
                                    <p:anim calcmode="lin" valueType="num">
                                      <p:cBhvr>
                                        <p:cTn id="37" dur="1400" fill="hold"/>
                                        <p:tgtEl>
                                          <p:spTgt spid="21"/>
                                        </p:tgtEl>
                                        <p:attrNameLst>
                                          <p:attrName>style.rotation</p:attrName>
                                        </p:attrNameLst>
                                      </p:cBhvr>
                                      <p:tavLst>
                                        <p:tav tm="0">
                                          <p:val>
                                            <p:fltVal val="90"/>
                                          </p:val>
                                        </p:tav>
                                        <p:tav tm="100000">
                                          <p:val>
                                            <p:fltVal val="0"/>
                                          </p:val>
                                        </p:tav>
                                      </p:tavLst>
                                    </p:anim>
                                    <p:animEffect transition="in" filter="fade">
                                      <p:cBhvr>
                                        <p:cTn id="38" dur="1400"/>
                                        <p:tgtEl>
                                          <p:spTgt spid="21"/>
                                        </p:tgtEl>
                                      </p:cBhvr>
                                    </p:animEffect>
                                  </p:childTnLst>
                                </p:cTn>
                              </p:par>
                            </p:childTnLst>
                          </p:cTn>
                        </p:par>
                        <p:par>
                          <p:cTn id="39" fill="hold">
                            <p:stCondLst>
                              <p:cond delay="2650"/>
                            </p:stCondLst>
                            <p:childTnLst>
                              <p:par>
                                <p:cTn id="40" presetID="31" presetClass="entr" presetSubtype="0" fill="hold" nodeType="afterEffect">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cBhvr>
                                        <p:cTn id="42" dur="1400" fill="hold"/>
                                        <p:tgtEl>
                                          <p:spTgt spid="17"/>
                                        </p:tgtEl>
                                        <p:attrNameLst>
                                          <p:attrName>ppt_w</p:attrName>
                                        </p:attrNameLst>
                                      </p:cBhvr>
                                      <p:tavLst>
                                        <p:tav tm="0">
                                          <p:val>
                                            <p:fltVal val="0"/>
                                          </p:val>
                                        </p:tav>
                                        <p:tav tm="100000">
                                          <p:val>
                                            <p:strVal val="#ppt_w"/>
                                          </p:val>
                                        </p:tav>
                                      </p:tavLst>
                                    </p:anim>
                                    <p:anim calcmode="lin" valueType="num">
                                      <p:cBhvr>
                                        <p:cTn id="43" dur="1400" fill="hold"/>
                                        <p:tgtEl>
                                          <p:spTgt spid="17"/>
                                        </p:tgtEl>
                                        <p:attrNameLst>
                                          <p:attrName>ppt_h</p:attrName>
                                        </p:attrNameLst>
                                      </p:cBhvr>
                                      <p:tavLst>
                                        <p:tav tm="0">
                                          <p:val>
                                            <p:fltVal val="0"/>
                                          </p:val>
                                        </p:tav>
                                        <p:tav tm="100000">
                                          <p:val>
                                            <p:strVal val="#ppt_h"/>
                                          </p:val>
                                        </p:tav>
                                      </p:tavLst>
                                    </p:anim>
                                    <p:anim calcmode="lin" valueType="num">
                                      <p:cBhvr>
                                        <p:cTn id="44" dur="1400" fill="hold"/>
                                        <p:tgtEl>
                                          <p:spTgt spid="17"/>
                                        </p:tgtEl>
                                        <p:attrNameLst>
                                          <p:attrName>style.rotation</p:attrName>
                                        </p:attrNameLst>
                                      </p:cBhvr>
                                      <p:tavLst>
                                        <p:tav tm="0">
                                          <p:val>
                                            <p:fltVal val="90"/>
                                          </p:val>
                                        </p:tav>
                                        <p:tav tm="100000">
                                          <p:val>
                                            <p:fltVal val="0"/>
                                          </p:val>
                                        </p:tav>
                                      </p:tavLst>
                                    </p:anim>
                                    <p:animEffect transition="in" filter="fade">
                                      <p:cBhvr>
                                        <p:cTn id="45" dur="1400"/>
                                        <p:tgtEl>
                                          <p:spTgt spid="17"/>
                                        </p:tgtEl>
                                      </p:cBhvr>
                                    </p:animEffect>
                                  </p:childTnLst>
                                </p:cTn>
                              </p:par>
                            </p:childTnLst>
                          </p:cTn>
                        </p:par>
                        <p:par>
                          <p:cTn id="46" fill="hold">
                            <p:stCondLst>
                              <p:cond delay="4050"/>
                            </p:stCondLst>
                            <p:childTnLst>
                              <p:par>
                                <p:cTn id="47" presetID="31" presetClass="entr" presetSubtype="0" fill="hold" nodeType="afterEffect">
                                  <p:stCondLst>
                                    <p:cond delay="0"/>
                                  </p:stCondLst>
                                  <p:childTnLst>
                                    <p:set>
                                      <p:cBhvr>
                                        <p:cTn id="48" dur="1" fill="hold">
                                          <p:stCondLst>
                                            <p:cond delay="0"/>
                                          </p:stCondLst>
                                        </p:cTn>
                                        <p:tgtEl>
                                          <p:spTgt spid="22"/>
                                        </p:tgtEl>
                                        <p:attrNameLst>
                                          <p:attrName>style.visibility</p:attrName>
                                        </p:attrNameLst>
                                      </p:cBhvr>
                                      <p:to>
                                        <p:strVal val="visible"/>
                                      </p:to>
                                    </p:set>
                                    <p:anim calcmode="lin" valueType="num">
                                      <p:cBhvr>
                                        <p:cTn id="49" dur="1650" fill="hold"/>
                                        <p:tgtEl>
                                          <p:spTgt spid="22"/>
                                        </p:tgtEl>
                                        <p:attrNameLst>
                                          <p:attrName>ppt_w</p:attrName>
                                        </p:attrNameLst>
                                      </p:cBhvr>
                                      <p:tavLst>
                                        <p:tav tm="0">
                                          <p:val>
                                            <p:fltVal val="0"/>
                                          </p:val>
                                        </p:tav>
                                        <p:tav tm="100000">
                                          <p:val>
                                            <p:strVal val="#ppt_w"/>
                                          </p:val>
                                        </p:tav>
                                      </p:tavLst>
                                    </p:anim>
                                    <p:anim calcmode="lin" valueType="num">
                                      <p:cBhvr>
                                        <p:cTn id="50" dur="1650" fill="hold"/>
                                        <p:tgtEl>
                                          <p:spTgt spid="22"/>
                                        </p:tgtEl>
                                        <p:attrNameLst>
                                          <p:attrName>ppt_h</p:attrName>
                                        </p:attrNameLst>
                                      </p:cBhvr>
                                      <p:tavLst>
                                        <p:tav tm="0">
                                          <p:val>
                                            <p:fltVal val="0"/>
                                          </p:val>
                                        </p:tav>
                                        <p:tav tm="100000">
                                          <p:val>
                                            <p:strVal val="#ppt_h"/>
                                          </p:val>
                                        </p:tav>
                                      </p:tavLst>
                                    </p:anim>
                                    <p:anim calcmode="lin" valueType="num">
                                      <p:cBhvr>
                                        <p:cTn id="51" dur="1650" fill="hold"/>
                                        <p:tgtEl>
                                          <p:spTgt spid="22"/>
                                        </p:tgtEl>
                                        <p:attrNameLst>
                                          <p:attrName>style.rotation</p:attrName>
                                        </p:attrNameLst>
                                      </p:cBhvr>
                                      <p:tavLst>
                                        <p:tav tm="0">
                                          <p:val>
                                            <p:fltVal val="90"/>
                                          </p:val>
                                        </p:tav>
                                        <p:tav tm="100000">
                                          <p:val>
                                            <p:fltVal val="0"/>
                                          </p:val>
                                        </p:tav>
                                      </p:tavLst>
                                    </p:anim>
                                    <p:animEffect transition="in" filter="fade">
                                      <p:cBhvr>
                                        <p:cTn id="52" dur="1650"/>
                                        <p:tgtEl>
                                          <p:spTgt spid="22"/>
                                        </p:tgtEl>
                                      </p:cBhvr>
                                    </p:animEffect>
                                  </p:childTnLst>
                                </p:cTn>
                              </p:par>
                            </p:childTnLst>
                          </p:cTn>
                        </p:par>
                        <p:par>
                          <p:cTn id="53" fill="hold">
                            <p:stCondLst>
                              <p:cond delay="5700"/>
                            </p:stCondLst>
                            <p:childTnLst>
                              <p:par>
                                <p:cTn id="54" presetID="31" presetClass="entr" presetSubtype="0" fill="hold" nodeType="after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1650" fill="hold"/>
                                        <p:tgtEl>
                                          <p:spTgt spid="20"/>
                                        </p:tgtEl>
                                        <p:attrNameLst>
                                          <p:attrName>ppt_w</p:attrName>
                                        </p:attrNameLst>
                                      </p:cBhvr>
                                      <p:tavLst>
                                        <p:tav tm="0">
                                          <p:val>
                                            <p:fltVal val="0"/>
                                          </p:val>
                                        </p:tav>
                                        <p:tav tm="100000">
                                          <p:val>
                                            <p:strVal val="#ppt_w"/>
                                          </p:val>
                                        </p:tav>
                                      </p:tavLst>
                                    </p:anim>
                                    <p:anim calcmode="lin" valueType="num">
                                      <p:cBhvr>
                                        <p:cTn id="57" dur="1650" fill="hold"/>
                                        <p:tgtEl>
                                          <p:spTgt spid="20"/>
                                        </p:tgtEl>
                                        <p:attrNameLst>
                                          <p:attrName>ppt_h</p:attrName>
                                        </p:attrNameLst>
                                      </p:cBhvr>
                                      <p:tavLst>
                                        <p:tav tm="0">
                                          <p:val>
                                            <p:fltVal val="0"/>
                                          </p:val>
                                        </p:tav>
                                        <p:tav tm="100000">
                                          <p:val>
                                            <p:strVal val="#ppt_h"/>
                                          </p:val>
                                        </p:tav>
                                      </p:tavLst>
                                    </p:anim>
                                    <p:anim calcmode="lin" valueType="num">
                                      <p:cBhvr>
                                        <p:cTn id="58" dur="1650" fill="hold"/>
                                        <p:tgtEl>
                                          <p:spTgt spid="20"/>
                                        </p:tgtEl>
                                        <p:attrNameLst>
                                          <p:attrName>style.rotation</p:attrName>
                                        </p:attrNameLst>
                                      </p:cBhvr>
                                      <p:tavLst>
                                        <p:tav tm="0">
                                          <p:val>
                                            <p:fltVal val="90"/>
                                          </p:val>
                                        </p:tav>
                                        <p:tav tm="100000">
                                          <p:val>
                                            <p:fltVal val="0"/>
                                          </p:val>
                                        </p:tav>
                                      </p:tavLst>
                                    </p:anim>
                                    <p:animEffect transition="in" filter="fade">
                                      <p:cBhvr>
                                        <p:cTn id="59" dur="1650"/>
                                        <p:tgtEl>
                                          <p:spTgt spid="20"/>
                                        </p:tgtEl>
                                      </p:cBhvr>
                                    </p:animEffect>
                                  </p:childTnLst>
                                </p:cTn>
                              </p:par>
                            </p:childTnLst>
                          </p:cTn>
                        </p:par>
                        <p:par>
                          <p:cTn id="60" fill="hold">
                            <p:stCondLst>
                              <p:cond delay="7350"/>
                            </p:stCondLst>
                            <p:childTnLst>
                              <p:par>
                                <p:cTn id="61" presetID="31" presetClass="entr" presetSubtype="0" fill="hold" nodeType="after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p:cTn id="63" dur="1800" fill="hold"/>
                                        <p:tgtEl>
                                          <p:spTgt spid="19"/>
                                        </p:tgtEl>
                                        <p:attrNameLst>
                                          <p:attrName>ppt_w</p:attrName>
                                        </p:attrNameLst>
                                      </p:cBhvr>
                                      <p:tavLst>
                                        <p:tav tm="0">
                                          <p:val>
                                            <p:fltVal val="0"/>
                                          </p:val>
                                        </p:tav>
                                        <p:tav tm="100000">
                                          <p:val>
                                            <p:strVal val="#ppt_w"/>
                                          </p:val>
                                        </p:tav>
                                      </p:tavLst>
                                    </p:anim>
                                    <p:anim calcmode="lin" valueType="num">
                                      <p:cBhvr>
                                        <p:cTn id="64" dur="1800" fill="hold"/>
                                        <p:tgtEl>
                                          <p:spTgt spid="19"/>
                                        </p:tgtEl>
                                        <p:attrNameLst>
                                          <p:attrName>ppt_h</p:attrName>
                                        </p:attrNameLst>
                                      </p:cBhvr>
                                      <p:tavLst>
                                        <p:tav tm="0">
                                          <p:val>
                                            <p:fltVal val="0"/>
                                          </p:val>
                                        </p:tav>
                                        <p:tav tm="100000">
                                          <p:val>
                                            <p:strVal val="#ppt_h"/>
                                          </p:val>
                                        </p:tav>
                                      </p:tavLst>
                                    </p:anim>
                                    <p:anim calcmode="lin" valueType="num">
                                      <p:cBhvr>
                                        <p:cTn id="65" dur="1800" fill="hold"/>
                                        <p:tgtEl>
                                          <p:spTgt spid="19"/>
                                        </p:tgtEl>
                                        <p:attrNameLst>
                                          <p:attrName>style.rotation</p:attrName>
                                        </p:attrNameLst>
                                      </p:cBhvr>
                                      <p:tavLst>
                                        <p:tav tm="0">
                                          <p:val>
                                            <p:fltVal val="90"/>
                                          </p:val>
                                        </p:tav>
                                        <p:tav tm="100000">
                                          <p:val>
                                            <p:fltVal val="0"/>
                                          </p:val>
                                        </p:tav>
                                      </p:tavLst>
                                    </p:anim>
                                    <p:animEffect transition="in" filter="fade">
                                      <p:cBhvr>
                                        <p:cTn id="66" dur="18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59978B1-2142-0A1A-9A40-607AB34C0CD9}"/>
              </a:ext>
            </a:extLst>
          </p:cNvPr>
          <p:cNvSpPr txBox="1"/>
          <p:nvPr/>
        </p:nvSpPr>
        <p:spPr>
          <a:xfrm>
            <a:off x="1655073" y="1729995"/>
            <a:ext cx="8246853" cy="1015663"/>
          </a:xfrm>
          <a:prstGeom prst="rect">
            <a:avLst/>
          </a:prstGeom>
          <a:noFill/>
        </p:spPr>
        <p:txBody>
          <a:bodyPr wrap="square" rtlCol="0">
            <a:spAutoFit/>
          </a:bodyPr>
          <a:lstStyle/>
          <a:p>
            <a:pPr algn="ctr"/>
            <a:r>
              <a:rPr lang="fr-FR" sz="6000" b="1" dirty="0" smtClean="0">
                <a:solidFill>
                  <a:schemeClr val="accent1">
                    <a:lumMod val="75000"/>
                  </a:schemeClr>
                </a:solidFill>
                <a:latin typeface="Poppins" panose="00000500000000000000" pitchFamily="2" charset="0"/>
                <a:cs typeface="Poppins" panose="00000500000000000000" pitchFamily="2" charset="0"/>
              </a:rPr>
              <a:t>SCRUM</a:t>
            </a:r>
            <a:endParaRPr lang="fr-FR" sz="6000" b="1" dirty="0">
              <a:solidFill>
                <a:schemeClr val="accent1">
                  <a:lumMod val="75000"/>
                </a:schemeClr>
              </a:solidFill>
              <a:latin typeface="Poppins" panose="00000500000000000000" pitchFamily="2" charset="0"/>
              <a:cs typeface="Poppins" panose="00000500000000000000" pitchFamily="2" charset="0"/>
            </a:endParaRPr>
          </a:p>
        </p:txBody>
      </p:sp>
      <p:cxnSp>
        <p:nvCxnSpPr>
          <p:cNvPr id="5" name="Connecteur droit 4"/>
          <p:cNvCxnSpPr/>
          <p:nvPr/>
        </p:nvCxnSpPr>
        <p:spPr>
          <a:xfrm flipV="1">
            <a:off x="3416298" y="2543175"/>
            <a:ext cx="4860927" cy="50442"/>
          </a:xfrm>
          <a:prstGeom prst="line">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4" name="Image 3"/>
          <p:cNvPicPr/>
          <p:nvPr/>
        </p:nvPicPr>
        <p:blipFill>
          <a:blip r:embed="rId4">
            <a:extLst>
              <a:ext uri="{28A0092B-C50C-407E-A947-70E740481C1C}">
                <a14:useLocalDpi xmlns:a14="http://schemas.microsoft.com/office/drawing/2010/main" val="0"/>
              </a:ext>
            </a:extLst>
          </a:blip>
          <a:stretch>
            <a:fillRect/>
          </a:stretch>
        </p:blipFill>
        <p:spPr>
          <a:xfrm>
            <a:off x="3200400" y="2846878"/>
            <a:ext cx="6467474" cy="3115772"/>
          </a:xfrm>
          <a:prstGeom prst="rect">
            <a:avLst/>
          </a:prstGeom>
        </p:spPr>
      </p:pic>
    </p:spTree>
    <p:extLst>
      <p:ext uri="{BB962C8B-B14F-4D97-AF65-F5344CB8AC3E}">
        <p14:creationId xmlns:p14="http://schemas.microsoft.com/office/powerpoint/2010/main" val="2262226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80">
                                          <p:stCondLst>
                                            <p:cond delay="0"/>
                                          </p:stCondLst>
                                        </p:cTn>
                                        <p:tgtEl>
                                          <p:spTgt spid="5"/>
                                        </p:tgtEl>
                                      </p:cBhvr>
                                    </p:animEffect>
                                    <p:anim calcmode="lin" valueType="num">
                                      <p:cBhvr>
                                        <p:cTn id="24"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29" dur="26">
                                          <p:stCondLst>
                                            <p:cond delay="650"/>
                                          </p:stCondLst>
                                        </p:cTn>
                                        <p:tgtEl>
                                          <p:spTgt spid="5"/>
                                        </p:tgtEl>
                                      </p:cBhvr>
                                      <p:to x="100000" y="60000"/>
                                    </p:animScale>
                                    <p:animScale>
                                      <p:cBhvr>
                                        <p:cTn id="30" dur="166" decel="50000">
                                          <p:stCondLst>
                                            <p:cond delay="676"/>
                                          </p:stCondLst>
                                        </p:cTn>
                                        <p:tgtEl>
                                          <p:spTgt spid="5"/>
                                        </p:tgtEl>
                                      </p:cBhvr>
                                      <p:to x="100000" y="100000"/>
                                    </p:animScale>
                                    <p:animScale>
                                      <p:cBhvr>
                                        <p:cTn id="31" dur="26">
                                          <p:stCondLst>
                                            <p:cond delay="1312"/>
                                          </p:stCondLst>
                                        </p:cTn>
                                        <p:tgtEl>
                                          <p:spTgt spid="5"/>
                                        </p:tgtEl>
                                      </p:cBhvr>
                                      <p:to x="100000" y="80000"/>
                                    </p:animScale>
                                    <p:animScale>
                                      <p:cBhvr>
                                        <p:cTn id="32" dur="166" decel="50000">
                                          <p:stCondLst>
                                            <p:cond delay="1338"/>
                                          </p:stCondLst>
                                        </p:cTn>
                                        <p:tgtEl>
                                          <p:spTgt spid="5"/>
                                        </p:tgtEl>
                                      </p:cBhvr>
                                      <p:to x="100000" y="100000"/>
                                    </p:animScale>
                                    <p:animScale>
                                      <p:cBhvr>
                                        <p:cTn id="33" dur="26">
                                          <p:stCondLst>
                                            <p:cond delay="1642"/>
                                          </p:stCondLst>
                                        </p:cTn>
                                        <p:tgtEl>
                                          <p:spTgt spid="5"/>
                                        </p:tgtEl>
                                      </p:cBhvr>
                                      <p:to x="100000" y="90000"/>
                                    </p:animScale>
                                    <p:animScale>
                                      <p:cBhvr>
                                        <p:cTn id="34" dur="166" decel="50000">
                                          <p:stCondLst>
                                            <p:cond delay="1668"/>
                                          </p:stCondLst>
                                        </p:cTn>
                                        <p:tgtEl>
                                          <p:spTgt spid="5"/>
                                        </p:tgtEl>
                                      </p:cBhvr>
                                      <p:to x="100000" y="100000"/>
                                    </p:animScale>
                                    <p:animScale>
                                      <p:cBhvr>
                                        <p:cTn id="35" dur="26">
                                          <p:stCondLst>
                                            <p:cond delay="1808"/>
                                          </p:stCondLst>
                                        </p:cTn>
                                        <p:tgtEl>
                                          <p:spTgt spid="5"/>
                                        </p:tgtEl>
                                      </p:cBhvr>
                                      <p:to x="100000" y="95000"/>
                                    </p:animScale>
                                    <p:animScale>
                                      <p:cBhvr>
                                        <p:cTn id="36" dur="166" decel="50000">
                                          <p:stCondLst>
                                            <p:cond delay="1834"/>
                                          </p:stCondLst>
                                        </p:cTn>
                                        <p:tgtEl>
                                          <p:spTgt spid="5"/>
                                        </p:tgtEl>
                                      </p:cBhvr>
                                      <p:to x="100000" y="100000"/>
                                    </p:animScale>
                                  </p:childTnLst>
                                </p:cTn>
                              </p:par>
                            </p:childTnLst>
                          </p:cTn>
                        </p:par>
                        <p:par>
                          <p:cTn id="37" fill="hold">
                            <p:stCondLst>
                              <p:cond delay="2000"/>
                            </p:stCondLst>
                            <p:childTnLst>
                              <p:par>
                                <p:cTn id="38" presetID="42" presetClass="entr" presetSubtype="0" fill="hold" nodeType="after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1500"/>
                                        <p:tgtEl>
                                          <p:spTgt spid="4"/>
                                        </p:tgtEl>
                                      </p:cBhvr>
                                    </p:animEffect>
                                    <p:anim calcmode="lin" valueType="num">
                                      <p:cBhvr>
                                        <p:cTn id="41" dur="1500" fill="hold"/>
                                        <p:tgtEl>
                                          <p:spTgt spid="4"/>
                                        </p:tgtEl>
                                        <p:attrNameLst>
                                          <p:attrName>ppt_x</p:attrName>
                                        </p:attrNameLst>
                                      </p:cBhvr>
                                      <p:tavLst>
                                        <p:tav tm="0">
                                          <p:val>
                                            <p:strVal val="#ppt_x"/>
                                          </p:val>
                                        </p:tav>
                                        <p:tav tm="100000">
                                          <p:val>
                                            <p:strVal val="#ppt_x"/>
                                          </p:val>
                                        </p:tav>
                                      </p:tavLst>
                                    </p:anim>
                                    <p:anim calcmode="lin" valueType="num">
                                      <p:cBhvr>
                                        <p:cTn id="42" dur="1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58" name="Google Shape;493;p41"/>
          <p:cNvSpPr txBox="1">
            <a:spLocks noGrp="1"/>
          </p:cNvSpPr>
          <p:nvPr>
            <p:ph type="title"/>
          </p:nvPr>
        </p:nvSpPr>
        <p:spPr>
          <a:xfrm>
            <a:off x="705425" y="1030950"/>
            <a:ext cx="7682400" cy="467100"/>
          </a:xfrm>
          <a:prstGeom prst="rect">
            <a:avLst/>
          </a:prstGeom>
        </p:spPr>
        <p:txBody>
          <a:bodyPr spcFirstLastPara="1" wrap="square" lIns="0" tIns="0" rIns="0" bIns="0" anchor="t" anchorCtr="0">
            <a:noAutofit/>
          </a:bodyPr>
          <a:lstStyle/>
          <a:p>
            <a:pPr algn="ctr"/>
            <a:r>
              <a:rPr lang="fr-FR" sz="4000" b="1" dirty="0">
                <a:solidFill>
                  <a:schemeClr val="accent1">
                    <a:lumMod val="50000"/>
                  </a:schemeClr>
                </a:solidFill>
                <a:latin typeface="Poppins" panose="00000500000000000000"/>
              </a:rPr>
              <a:t>Equipe SCRUM</a:t>
            </a:r>
          </a:p>
        </p:txBody>
      </p:sp>
      <p:cxnSp>
        <p:nvCxnSpPr>
          <p:cNvPr id="59" name="Google Shape;494;p41"/>
          <p:cNvCxnSpPr/>
          <p:nvPr/>
        </p:nvCxnSpPr>
        <p:spPr>
          <a:xfrm>
            <a:off x="1366825" y="1529050"/>
            <a:ext cx="6359400" cy="0"/>
          </a:xfrm>
          <a:prstGeom prst="straightConnector1">
            <a:avLst/>
          </a:prstGeom>
          <a:noFill/>
          <a:ln w="9525" cap="flat" cmpd="sng">
            <a:solidFill>
              <a:schemeClr val="accent1">
                <a:lumMod val="50000"/>
              </a:schemeClr>
            </a:solidFill>
            <a:prstDash val="solid"/>
            <a:round/>
            <a:headEnd type="none" w="med" len="med"/>
            <a:tailEnd type="none" w="med" len="med"/>
          </a:ln>
        </p:spPr>
      </p:cxnSp>
      <p:cxnSp>
        <p:nvCxnSpPr>
          <p:cNvPr id="69" name="Connecteur droit 68">
            <a:extLst>
              <a:ext uri="{FF2B5EF4-FFF2-40B4-BE49-F238E27FC236}">
                <a16:creationId xmlns:a16="http://schemas.microsoft.com/office/drawing/2014/main" id="{290AE481-2A34-0F9F-9BD7-76FDC2B0D95B}"/>
              </a:ext>
            </a:extLst>
          </p:cNvPr>
          <p:cNvCxnSpPr>
            <a:stCxn id="60" idx="2"/>
            <a:endCxn id="64" idx="0"/>
          </p:cNvCxnSpPr>
          <p:nvPr/>
        </p:nvCxnSpPr>
        <p:spPr>
          <a:xfrm flipH="1">
            <a:off x="4546525" y="2570659"/>
            <a:ext cx="50" cy="434304"/>
          </a:xfrm>
          <a:prstGeom prst="line">
            <a:avLst/>
          </a:prstGeom>
        </p:spPr>
        <p:style>
          <a:lnRef idx="1">
            <a:schemeClr val="accent1"/>
          </a:lnRef>
          <a:fillRef idx="0">
            <a:schemeClr val="accent1"/>
          </a:fillRef>
          <a:effectRef idx="0">
            <a:schemeClr val="accent1"/>
          </a:effectRef>
          <a:fontRef idx="minor">
            <a:schemeClr val="tx1"/>
          </a:fontRef>
        </p:style>
      </p:cxnSp>
      <p:sp>
        <p:nvSpPr>
          <p:cNvPr id="60" name="Google Shape;495;p41"/>
          <p:cNvSpPr txBox="1"/>
          <p:nvPr/>
        </p:nvSpPr>
        <p:spPr>
          <a:xfrm>
            <a:off x="3429802" y="2105289"/>
            <a:ext cx="2233546" cy="465370"/>
          </a:xfrm>
          <a:prstGeom prst="rect">
            <a:avLst/>
          </a:prstGeom>
          <a:solidFill>
            <a:schemeClr val="accent1">
              <a:lumMod val="75000"/>
            </a:scheme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000" dirty="0">
                <a:solidFill>
                  <a:schemeClr val="bg1"/>
                </a:solidFill>
                <a:latin typeface="Jost SemiBold"/>
                <a:ea typeface="Jost SemiBold"/>
                <a:cs typeface="Jost SemiBold"/>
                <a:sym typeface="Jost SemiBold"/>
              </a:rPr>
              <a:t>Equipe</a:t>
            </a:r>
            <a:endParaRPr sz="2000" dirty="0">
              <a:solidFill>
                <a:schemeClr val="bg1"/>
              </a:solidFill>
              <a:latin typeface="Jost SemiBold"/>
              <a:ea typeface="Jost SemiBold"/>
              <a:cs typeface="Jost SemiBold"/>
              <a:sym typeface="Jost SemiBold"/>
            </a:endParaRPr>
          </a:p>
        </p:txBody>
      </p:sp>
      <p:sp>
        <p:nvSpPr>
          <p:cNvPr id="61" name="Google Shape;497;p41"/>
          <p:cNvSpPr txBox="1"/>
          <p:nvPr/>
        </p:nvSpPr>
        <p:spPr>
          <a:xfrm>
            <a:off x="6636244" y="3954225"/>
            <a:ext cx="1661100" cy="326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000" dirty="0">
                <a:solidFill>
                  <a:schemeClr val="accent1"/>
                </a:solidFill>
                <a:latin typeface="Jost SemiBold"/>
                <a:ea typeface="Jost SemiBold"/>
                <a:cs typeface="Jost SemiBold"/>
                <a:sym typeface="Jost SemiBold"/>
              </a:rPr>
              <a:t>Equipe</a:t>
            </a:r>
            <a:endParaRPr sz="2000" dirty="0">
              <a:solidFill>
                <a:schemeClr val="accent1"/>
              </a:solidFill>
              <a:latin typeface="Jost SemiBold"/>
              <a:ea typeface="Jost SemiBold"/>
              <a:cs typeface="Jost SemiBold"/>
              <a:sym typeface="Jost SemiBold"/>
            </a:endParaRPr>
          </a:p>
        </p:txBody>
      </p:sp>
      <p:sp>
        <p:nvSpPr>
          <p:cNvPr id="62" name="Google Shape;498;p41"/>
          <p:cNvSpPr/>
          <p:nvPr/>
        </p:nvSpPr>
        <p:spPr>
          <a:xfrm>
            <a:off x="7069894" y="3004975"/>
            <a:ext cx="793800" cy="793800"/>
          </a:xfrm>
          <a:prstGeom prst="ellipse">
            <a:avLst/>
          </a:prstGeom>
          <a:solidFill>
            <a:schemeClr val="accent6">
              <a:lumMod val="60000"/>
              <a:lumOff val="4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b="1">
              <a:solidFill>
                <a:schemeClr val="accent2"/>
              </a:solidFill>
              <a:latin typeface="Jost"/>
              <a:ea typeface="Jost"/>
              <a:cs typeface="Jost"/>
              <a:sym typeface="Jost"/>
            </a:endParaRPr>
          </a:p>
        </p:txBody>
      </p:sp>
      <p:sp>
        <p:nvSpPr>
          <p:cNvPr id="63" name="Google Shape;509;p41"/>
          <p:cNvSpPr txBox="1"/>
          <p:nvPr/>
        </p:nvSpPr>
        <p:spPr>
          <a:xfrm>
            <a:off x="3715975" y="3954225"/>
            <a:ext cx="1661100" cy="326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000" dirty="0">
                <a:solidFill>
                  <a:schemeClr val="accent1"/>
                </a:solidFill>
                <a:latin typeface="Jost SemiBold"/>
                <a:ea typeface="Jost SemiBold"/>
                <a:cs typeface="Jost SemiBold"/>
                <a:sym typeface="Jost SemiBold"/>
              </a:rPr>
              <a:t>Scrum Master</a:t>
            </a:r>
            <a:endParaRPr sz="2000" dirty="0">
              <a:solidFill>
                <a:schemeClr val="accent1"/>
              </a:solidFill>
              <a:latin typeface="Jost SemiBold"/>
              <a:ea typeface="Jost SemiBold"/>
              <a:cs typeface="Jost SemiBold"/>
              <a:sym typeface="Jost SemiBold"/>
            </a:endParaRPr>
          </a:p>
        </p:txBody>
      </p:sp>
      <p:sp>
        <p:nvSpPr>
          <p:cNvPr id="65" name="Google Shape;512;p41"/>
          <p:cNvSpPr txBox="1"/>
          <p:nvPr/>
        </p:nvSpPr>
        <p:spPr>
          <a:xfrm>
            <a:off x="653711" y="3954225"/>
            <a:ext cx="1803321" cy="326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000" dirty="0">
                <a:solidFill>
                  <a:schemeClr val="accent1"/>
                </a:solidFill>
                <a:latin typeface="Jost SemiBold"/>
                <a:ea typeface="Jost SemiBold"/>
                <a:cs typeface="Jost SemiBold"/>
                <a:sym typeface="Jost SemiBold"/>
              </a:rPr>
              <a:t>Product Owner</a:t>
            </a:r>
            <a:endParaRPr sz="2000" dirty="0">
              <a:solidFill>
                <a:schemeClr val="accent1"/>
              </a:solidFill>
              <a:latin typeface="Jost SemiBold"/>
              <a:ea typeface="Jost SemiBold"/>
              <a:cs typeface="Jost SemiBold"/>
              <a:sym typeface="Jost SemiBold"/>
            </a:endParaRPr>
          </a:p>
        </p:txBody>
      </p:sp>
      <p:cxnSp>
        <p:nvCxnSpPr>
          <p:cNvPr id="67" name="Google Shape;525;p41"/>
          <p:cNvCxnSpPr>
            <a:stCxn id="60" idx="3"/>
            <a:endCxn id="62" idx="0"/>
          </p:cNvCxnSpPr>
          <p:nvPr/>
        </p:nvCxnSpPr>
        <p:spPr>
          <a:xfrm>
            <a:off x="5663348" y="2337974"/>
            <a:ext cx="1803446" cy="667001"/>
          </a:xfrm>
          <a:prstGeom prst="bentConnector2">
            <a:avLst/>
          </a:prstGeom>
          <a:noFill/>
          <a:ln w="9525" cap="flat" cmpd="sng">
            <a:solidFill>
              <a:schemeClr val="accent1"/>
            </a:solidFill>
            <a:prstDash val="solid"/>
            <a:round/>
            <a:headEnd type="none" w="med" len="med"/>
            <a:tailEnd type="none" w="med" len="med"/>
          </a:ln>
        </p:spPr>
      </p:cxnSp>
      <p:cxnSp>
        <p:nvCxnSpPr>
          <p:cNvPr id="68" name="Google Shape;526;p41"/>
          <p:cNvCxnSpPr>
            <a:stCxn id="60" idx="1"/>
            <a:endCxn id="66" idx="0"/>
          </p:cNvCxnSpPr>
          <p:nvPr/>
        </p:nvCxnSpPr>
        <p:spPr>
          <a:xfrm rot="10800000" flipV="1">
            <a:off x="1632820" y="2337974"/>
            <a:ext cx="1796982" cy="668986"/>
          </a:xfrm>
          <a:prstGeom prst="bentConnector2">
            <a:avLst/>
          </a:prstGeom>
          <a:noFill/>
          <a:ln w="9525" cap="flat" cmpd="sng">
            <a:solidFill>
              <a:schemeClr val="accent1"/>
            </a:solidFill>
            <a:prstDash val="solid"/>
            <a:round/>
            <a:headEnd type="none" w="med" len="med"/>
            <a:tailEnd type="none" w="med" len="med"/>
          </a:ln>
        </p:spPr>
      </p:cxnSp>
      <p:grpSp>
        <p:nvGrpSpPr>
          <p:cNvPr id="10" name="Groupe 9"/>
          <p:cNvGrpSpPr/>
          <p:nvPr/>
        </p:nvGrpSpPr>
        <p:grpSpPr>
          <a:xfrm>
            <a:off x="1235920" y="3006960"/>
            <a:ext cx="793800" cy="793800"/>
            <a:chOff x="1235920" y="3006960"/>
            <a:chExt cx="793800" cy="793800"/>
          </a:xfrm>
        </p:grpSpPr>
        <p:sp>
          <p:nvSpPr>
            <p:cNvPr id="66" name="Google Shape;513;p41"/>
            <p:cNvSpPr/>
            <p:nvPr/>
          </p:nvSpPr>
          <p:spPr>
            <a:xfrm>
              <a:off x="1235920" y="3006960"/>
              <a:ext cx="793800" cy="793800"/>
            </a:xfrm>
            <a:prstGeom prst="ellipse">
              <a:avLst/>
            </a:prstGeom>
            <a:solidFill>
              <a:schemeClr val="accent1">
                <a:lumMod val="60000"/>
                <a:lumOff val="4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b="1" dirty="0">
                <a:solidFill>
                  <a:schemeClr val="accent2"/>
                </a:solidFill>
                <a:latin typeface="Jost"/>
                <a:ea typeface="Jost"/>
                <a:cs typeface="Jost"/>
                <a:sym typeface="Jost"/>
              </a:endParaRPr>
            </a:p>
          </p:txBody>
        </p:sp>
        <p:sp>
          <p:nvSpPr>
            <p:cNvPr id="71" name="Google Shape;9494;p70">
              <a:extLst>
                <a:ext uri="{FF2B5EF4-FFF2-40B4-BE49-F238E27FC236}">
                  <a16:creationId xmlns:a16="http://schemas.microsoft.com/office/drawing/2014/main" id="{26B3422B-50F6-0F99-1D67-6E3CDAE93CA8}"/>
                </a:ext>
              </a:extLst>
            </p:cNvPr>
            <p:cNvSpPr/>
            <p:nvPr/>
          </p:nvSpPr>
          <p:spPr>
            <a:xfrm>
              <a:off x="1448327" y="3196554"/>
              <a:ext cx="368987" cy="366992"/>
            </a:xfrm>
            <a:custGeom>
              <a:avLst/>
              <a:gdLst/>
              <a:ahLst/>
              <a:cxnLst/>
              <a:rect l="l" t="t" r="r" b="b"/>
              <a:pathLst>
                <a:path w="12760" h="12691" extrusionOk="0">
                  <a:moveTo>
                    <a:pt x="4726" y="1317"/>
                  </a:moveTo>
                  <a:lnTo>
                    <a:pt x="4726" y="2703"/>
                  </a:lnTo>
                  <a:cubicBezTo>
                    <a:pt x="4663" y="2735"/>
                    <a:pt x="4600" y="2829"/>
                    <a:pt x="4569" y="2861"/>
                  </a:cubicBezTo>
                  <a:lnTo>
                    <a:pt x="4065" y="3554"/>
                  </a:lnTo>
                  <a:cubicBezTo>
                    <a:pt x="3970" y="3176"/>
                    <a:pt x="3907" y="2703"/>
                    <a:pt x="3907" y="2388"/>
                  </a:cubicBezTo>
                  <a:cubicBezTo>
                    <a:pt x="3876" y="1947"/>
                    <a:pt x="3970" y="1632"/>
                    <a:pt x="4222" y="1475"/>
                  </a:cubicBezTo>
                  <a:cubicBezTo>
                    <a:pt x="4348" y="1349"/>
                    <a:pt x="4537" y="1317"/>
                    <a:pt x="4726" y="1317"/>
                  </a:cubicBezTo>
                  <a:close/>
                  <a:moveTo>
                    <a:pt x="7046" y="813"/>
                  </a:moveTo>
                  <a:cubicBezTo>
                    <a:pt x="7507" y="813"/>
                    <a:pt x="7937" y="916"/>
                    <a:pt x="8286" y="1128"/>
                  </a:cubicBezTo>
                  <a:cubicBezTo>
                    <a:pt x="8759" y="1412"/>
                    <a:pt x="8979" y="1821"/>
                    <a:pt x="8948" y="2420"/>
                  </a:cubicBezTo>
                  <a:cubicBezTo>
                    <a:pt x="8948" y="2703"/>
                    <a:pt x="8853" y="3113"/>
                    <a:pt x="8790" y="3554"/>
                  </a:cubicBezTo>
                  <a:lnTo>
                    <a:pt x="8286" y="2861"/>
                  </a:lnTo>
                  <a:cubicBezTo>
                    <a:pt x="8066" y="2609"/>
                    <a:pt x="7814" y="2451"/>
                    <a:pt x="7499" y="2451"/>
                  </a:cubicBezTo>
                  <a:lnTo>
                    <a:pt x="5514" y="2451"/>
                  </a:lnTo>
                  <a:lnTo>
                    <a:pt x="5514" y="1160"/>
                  </a:lnTo>
                  <a:cubicBezTo>
                    <a:pt x="6020" y="931"/>
                    <a:pt x="6551" y="813"/>
                    <a:pt x="7046" y="813"/>
                  </a:cubicBezTo>
                  <a:close/>
                  <a:moveTo>
                    <a:pt x="7530" y="3334"/>
                  </a:moveTo>
                  <a:cubicBezTo>
                    <a:pt x="7562" y="3334"/>
                    <a:pt x="7593" y="3365"/>
                    <a:pt x="7656" y="3365"/>
                  </a:cubicBezTo>
                  <a:lnTo>
                    <a:pt x="8601" y="4657"/>
                  </a:lnTo>
                  <a:cubicBezTo>
                    <a:pt x="8444" y="5917"/>
                    <a:pt x="7688" y="7177"/>
                    <a:pt x="6427" y="7177"/>
                  </a:cubicBezTo>
                  <a:cubicBezTo>
                    <a:pt x="5167" y="7177"/>
                    <a:pt x="4411" y="5980"/>
                    <a:pt x="4254" y="4657"/>
                  </a:cubicBezTo>
                  <a:lnTo>
                    <a:pt x="5199" y="3365"/>
                  </a:lnTo>
                  <a:cubicBezTo>
                    <a:pt x="5230" y="3334"/>
                    <a:pt x="5293" y="3334"/>
                    <a:pt x="5325" y="3334"/>
                  </a:cubicBezTo>
                  <a:close/>
                  <a:moveTo>
                    <a:pt x="5199" y="7681"/>
                  </a:moveTo>
                  <a:cubicBezTo>
                    <a:pt x="5608" y="7902"/>
                    <a:pt x="5986" y="8028"/>
                    <a:pt x="6427" y="8028"/>
                  </a:cubicBezTo>
                  <a:cubicBezTo>
                    <a:pt x="6869" y="8028"/>
                    <a:pt x="7310" y="7902"/>
                    <a:pt x="7688" y="7713"/>
                  </a:cubicBezTo>
                  <a:lnTo>
                    <a:pt x="7688" y="7807"/>
                  </a:lnTo>
                  <a:cubicBezTo>
                    <a:pt x="7688" y="8028"/>
                    <a:pt x="7719" y="8185"/>
                    <a:pt x="7814" y="8343"/>
                  </a:cubicBezTo>
                  <a:lnTo>
                    <a:pt x="6427" y="9634"/>
                  </a:lnTo>
                  <a:lnTo>
                    <a:pt x="5073" y="8280"/>
                  </a:lnTo>
                  <a:cubicBezTo>
                    <a:pt x="5167" y="8122"/>
                    <a:pt x="5199" y="7965"/>
                    <a:pt x="5199" y="7776"/>
                  </a:cubicBezTo>
                  <a:lnTo>
                    <a:pt x="5199" y="7681"/>
                  </a:lnTo>
                  <a:close/>
                  <a:moveTo>
                    <a:pt x="4537" y="8878"/>
                  </a:moveTo>
                  <a:lnTo>
                    <a:pt x="5829" y="10170"/>
                  </a:lnTo>
                  <a:lnTo>
                    <a:pt x="5230" y="10769"/>
                  </a:lnTo>
                  <a:lnTo>
                    <a:pt x="4065" y="9036"/>
                  </a:lnTo>
                  <a:cubicBezTo>
                    <a:pt x="4222" y="9036"/>
                    <a:pt x="4380" y="9004"/>
                    <a:pt x="4537" y="8878"/>
                  </a:cubicBezTo>
                  <a:close/>
                  <a:moveTo>
                    <a:pt x="8318" y="8878"/>
                  </a:moveTo>
                  <a:cubicBezTo>
                    <a:pt x="8475" y="8973"/>
                    <a:pt x="8633" y="9036"/>
                    <a:pt x="8790" y="9036"/>
                  </a:cubicBezTo>
                  <a:lnTo>
                    <a:pt x="7593" y="10769"/>
                  </a:lnTo>
                  <a:lnTo>
                    <a:pt x="7026" y="10170"/>
                  </a:lnTo>
                  <a:lnTo>
                    <a:pt x="8318" y="8878"/>
                  </a:lnTo>
                  <a:close/>
                  <a:moveTo>
                    <a:pt x="10460" y="9067"/>
                  </a:moveTo>
                  <a:cubicBezTo>
                    <a:pt x="11279" y="9067"/>
                    <a:pt x="11941" y="9760"/>
                    <a:pt x="11941" y="10580"/>
                  </a:cubicBezTo>
                  <a:lnTo>
                    <a:pt x="11941" y="11840"/>
                  </a:lnTo>
                  <a:lnTo>
                    <a:pt x="7814" y="11840"/>
                  </a:lnTo>
                  <a:cubicBezTo>
                    <a:pt x="7908" y="11808"/>
                    <a:pt x="8003" y="11745"/>
                    <a:pt x="8034" y="11682"/>
                  </a:cubicBezTo>
                  <a:lnTo>
                    <a:pt x="9798" y="9067"/>
                  </a:lnTo>
                  <a:close/>
                  <a:moveTo>
                    <a:pt x="3088" y="9067"/>
                  </a:moveTo>
                  <a:lnTo>
                    <a:pt x="4852" y="11651"/>
                  </a:lnTo>
                  <a:cubicBezTo>
                    <a:pt x="4915" y="11745"/>
                    <a:pt x="5041" y="11808"/>
                    <a:pt x="5167" y="11840"/>
                  </a:cubicBezTo>
                  <a:lnTo>
                    <a:pt x="5199" y="11840"/>
                  </a:lnTo>
                  <a:cubicBezTo>
                    <a:pt x="5325" y="11840"/>
                    <a:pt x="5419" y="11808"/>
                    <a:pt x="5482" y="11714"/>
                  </a:cubicBezTo>
                  <a:lnTo>
                    <a:pt x="6427" y="10769"/>
                  </a:lnTo>
                  <a:lnTo>
                    <a:pt x="7404" y="11745"/>
                  </a:lnTo>
                  <a:cubicBezTo>
                    <a:pt x="7436" y="11777"/>
                    <a:pt x="7530" y="11840"/>
                    <a:pt x="7593" y="11871"/>
                  </a:cubicBezTo>
                  <a:lnTo>
                    <a:pt x="914" y="11871"/>
                  </a:lnTo>
                  <a:lnTo>
                    <a:pt x="914" y="11840"/>
                  </a:lnTo>
                  <a:lnTo>
                    <a:pt x="914" y="10580"/>
                  </a:lnTo>
                  <a:cubicBezTo>
                    <a:pt x="914" y="9760"/>
                    <a:pt x="1576" y="9067"/>
                    <a:pt x="2395" y="9067"/>
                  </a:cubicBezTo>
                  <a:close/>
                  <a:moveTo>
                    <a:pt x="7043" y="1"/>
                  </a:moveTo>
                  <a:cubicBezTo>
                    <a:pt x="6380" y="1"/>
                    <a:pt x="5673" y="166"/>
                    <a:pt x="5010" y="498"/>
                  </a:cubicBezTo>
                  <a:cubicBezTo>
                    <a:pt x="4898" y="477"/>
                    <a:pt x="4788" y="467"/>
                    <a:pt x="4680" y="467"/>
                  </a:cubicBezTo>
                  <a:cubicBezTo>
                    <a:pt x="4300" y="467"/>
                    <a:pt x="3942" y="592"/>
                    <a:pt x="3624" y="813"/>
                  </a:cubicBezTo>
                  <a:cubicBezTo>
                    <a:pt x="3308" y="1034"/>
                    <a:pt x="2962" y="1506"/>
                    <a:pt x="2962" y="2388"/>
                  </a:cubicBezTo>
                  <a:cubicBezTo>
                    <a:pt x="2962" y="3144"/>
                    <a:pt x="3277" y="4405"/>
                    <a:pt x="3340" y="4625"/>
                  </a:cubicBezTo>
                  <a:cubicBezTo>
                    <a:pt x="3466" y="5570"/>
                    <a:pt x="3781" y="6389"/>
                    <a:pt x="4285" y="6988"/>
                  </a:cubicBezTo>
                  <a:lnTo>
                    <a:pt x="4285" y="7744"/>
                  </a:lnTo>
                  <a:cubicBezTo>
                    <a:pt x="4285" y="8028"/>
                    <a:pt x="4065" y="8248"/>
                    <a:pt x="3781" y="8248"/>
                  </a:cubicBezTo>
                  <a:lnTo>
                    <a:pt x="2332" y="8248"/>
                  </a:lnTo>
                  <a:cubicBezTo>
                    <a:pt x="1072" y="8248"/>
                    <a:pt x="0" y="9288"/>
                    <a:pt x="0" y="10580"/>
                  </a:cubicBezTo>
                  <a:lnTo>
                    <a:pt x="0" y="12281"/>
                  </a:lnTo>
                  <a:cubicBezTo>
                    <a:pt x="0" y="12501"/>
                    <a:pt x="189" y="12690"/>
                    <a:pt x="410" y="12690"/>
                  </a:cubicBezTo>
                  <a:lnTo>
                    <a:pt x="12256" y="12690"/>
                  </a:lnTo>
                  <a:cubicBezTo>
                    <a:pt x="12508" y="12690"/>
                    <a:pt x="12697" y="12501"/>
                    <a:pt x="12697" y="12281"/>
                  </a:cubicBezTo>
                  <a:lnTo>
                    <a:pt x="12697" y="10580"/>
                  </a:lnTo>
                  <a:cubicBezTo>
                    <a:pt x="12760" y="9319"/>
                    <a:pt x="11689" y="8248"/>
                    <a:pt x="10429" y="8248"/>
                  </a:cubicBezTo>
                  <a:lnTo>
                    <a:pt x="8979" y="8248"/>
                  </a:lnTo>
                  <a:cubicBezTo>
                    <a:pt x="8696" y="8248"/>
                    <a:pt x="8475" y="8028"/>
                    <a:pt x="8475" y="7744"/>
                  </a:cubicBezTo>
                  <a:lnTo>
                    <a:pt x="8475" y="6957"/>
                  </a:lnTo>
                  <a:cubicBezTo>
                    <a:pt x="8979" y="6358"/>
                    <a:pt x="9294" y="5539"/>
                    <a:pt x="9389" y="4625"/>
                  </a:cubicBezTo>
                  <a:cubicBezTo>
                    <a:pt x="9546" y="4121"/>
                    <a:pt x="9735" y="3050"/>
                    <a:pt x="9767" y="2420"/>
                  </a:cubicBezTo>
                  <a:cubicBezTo>
                    <a:pt x="9767" y="1538"/>
                    <a:pt x="9420" y="845"/>
                    <a:pt x="8664" y="404"/>
                  </a:cubicBezTo>
                  <a:cubicBezTo>
                    <a:pt x="8202" y="135"/>
                    <a:pt x="7640" y="1"/>
                    <a:pt x="704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 name="Google Shape;9495;p70">
            <a:extLst>
              <a:ext uri="{FF2B5EF4-FFF2-40B4-BE49-F238E27FC236}">
                <a16:creationId xmlns:a16="http://schemas.microsoft.com/office/drawing/2014/main" id="{43B2CEBF-6584-EB28-FB5B-716E9605A297}"/>
              </a:ext>
            </a:extLst>
          </p:cNvPr>
          <p:cNvSpPr/>
          <p:nvPr/>
        </p:nvSpPr>
        <p:spPr>
          <a:xfrm>
            <a:off x="1713442" y="3498829"/>
            <a:ext cx="56505" cy="25534"/>
          </a:xfrm>
          <a:custGeom>
            <a:avLst/>
            <a:gdLst/>
            <a:ahLst/>
            <a:cxnLst/>
            <a:rect l="l" t="t" r="r" b="b"/>
            <a:pathLst>
              <a:path w="1954" h="883" extrusionOk="0">
                <a:moveTo>
                  <a:pt x="410" y="1"/>
                </a:moveTo>
                <a:cubicBezTo>
                  <a:pt x="158" y="1"/>
                  <a:pt x="0" y="190"/>
                  <a:pt x="0" y="442"/>
                </a:cubicBezTo>
                <a:cubicBezTo>
                  <a:pt x="0" y="662"/>
                  <a:pt x="221" y="883"/>
                  <a:pt x="410" y="883"/>
                </a:cubicBezTo>
                <a:lnTo>
                  <a:pt x="1513" y="883"/>
                </a:lnTo>
                <a:cubicBezTo>
                  <a:pt x="1765" y="883"/>
                  <a:pt x="1891" y="662"/>
                  <a:pt x="1891" y="442"/>
                </a:cubicBezTo>
                <a:cubicBezTo>
                  <a:pt x="1954" y="190"/>
                  <a:pt x="1733" y="1"/>
                  <a:pt x="15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9496;p70">
            <a:extLst>
              <a:ext uri="{FF2B5EF4-FFF2-40B4-BE49-F238E27FC236}">
                <a16:creationId xmlns:a16="http://schemas.microsoft.com/office/drawing/2014/main" id="{5651B36D-567C-A5B9-2E24-BEEFE59F32FA}"/>
              </a:ext>
            </a:extLst>
          </p:cNvPr>
          <p:cNvSpPr/>
          <p:nvPr/>
        </p:nvSpPr>
        <p:spPr>
          <a:xfrm>
            <a:off x="1666972" y="3538908"/>
            <a:ext cx="6391" cy="29"/>
          </a:xfrm>
          <a:custGeom>
            <a:avLst/>
            <a:gdLst/>
            <a:ahLst/>
            <a:cxnLst/>
            <a:rect l="l" t="t" r="r" b="b"/>
            <a:pathLst>
              <a:path w="221" h="1" extrusionOk="0">
                <a:moveTo>
                  <a:pt x="1" y="1"/>
                </a:moveTo>
                <a:lnTo>
                  <a:pt x="221" y="1"/>
                </a:lnTo>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 name="Google Shape;10906;p74">
            <a:extLst>
              <a:ext uri="{FF2B5EF4-FFF2-40B4-BE49-F238E27FC236}">
                <a16:creationId xmlns:a16="http://schemas.microsoft.com/office/drawing/2014/main" id="{E7ADD9A9-85E7-2E46-3B26-D6A6957DD082}"/>
              </a:ext>
            </a:extLst>
          </p:cNvPr>
          <p:cNvGrpSpPr/>
          <p:nvPr/>
        </p:nvGrpSpPr>
        <p:grpSpPr>
          <a:xfrm>
            <a:off x="7262028" y="3196554"/>
            <a:ext cx="409531" cy="410617"/>
            <a:chOff x="6679825" y="2693700"/>
            <a:chExt cx="257875" cy="258575"/>
          </a:xfrm>
        </p:grpSpPr>
        <p:sp>
          <p:nvSpPr>
            <p:cNvPr id="75" name="Google Shape;10907;p74">
              <a:extLst>
                <a:ext uri="{FF2B5EF4-FFF2-40B4-BE49-F238E27FC236}">
                  <a16:creationId xmlns:a16="http://schemas.microsoft.com/office/drawing/2014/main" id="{C17763FE-C9CD-2E6B-13D9-27FCC4AF7A32}"/>
                </a:ext>
              </a:extLst>
            </p:cNvPr>
            <p:cNvSpPr/>
            <p:nvPr/>
          </p:nvSpPr>
          <p:spPr>
            <a:xfrm>
              <a:off x="6679825" y="2693700"/>
              <a:ext cx="257875" cy="258575"/>
            </a:xfrm>
            <a:custGeom>
              <a:avLst/>
              <a:gdLst/>
              <a:ahLst/>
              <a:cxnLst/>
              <a:rect l="l" t="t" r="r" b="b"/>
              <a:pathLst>
                <a:path w="10315" h="10343" extrusionOk="0">
                  <a:moveTo>
                    <a:pt x="5102" y="670"/>
                  </a:moveTo>
                  <a:cubicBezTo>
                    <a:pt x="5604" y="670"/>
                    <a:pt x="6022" y="1088"/>
                    <a:pt x="6022" y="1562"/>
                  </a:cubicBezTo>
                  <a:cubicBezTo>
                    <a:pt x="6022" y="2063"/>
                    <a:pt x="5604" y="2481"/>
                    <a:pt x="5102" y="2481"/>
                  </a:cubicBezTo>
                  <a:cubicBezTo>
                    <a:pt x="4600" y="2481"/>
                    <a:pt x="4182" y="2063"/>
                    <a:pt x="4182" y="1562"/>
                  </a:cubicBezTo>
                  <a:cubicBezTo>
                    <a:pt x="4182" y="1088"/>
                    <a:pt x="4600" y="670"/>
                    <a:pt x="5102" y="670"/>
                  </a:cubicBezTo>
                  <a:close/>
                  <a:moveTo>
                    <a:pt x="1757" y="1896"/>
                  </a:moveTo>
                  <a:cubicBezTo>
                    <a:pt x="2063" y="1896"/>
                    <a:pt x="2342" y="2175"/>
                    <a:pt x="2342" y="2481"/>
                  </a:cubicBezTo>
                  <a:cubicBezTo>
                    <a:pt x="2342" y="2788"/>
                    <a:pt x="2063" y="3067"/>
                    <a:pt x="1757" y="3067"/>
                  </a:cubicBezTo>
                  <a:cubicBezTo>
                    <a:pt x="1422" y="3067"/>
                    <a:pt x="1143" y="2788"/>
                    <a:pt x="1143" y="2481"/>
                  </a:cubicBezTo>
                  <a:cubicBezTo>
                    <a:pt x="1143" y="2119"/>
                    <a:pt x="1422" y="1896"/>
                    <a:pt x="1757" y="1896"/>
                  </a:cubicBezTo>
                  <a:close/>
                  <a:moveTo>
                    <a:pt x="8447" y="1896"/>
                  </a:moveTo>
                  <a:cubicBezTo>
                    <a:pt x="8781" y="1896"/>
                    <a:pt x="9032" y="2175"/>
                    <a:pt x="9032" y="2481"/>
                  </a:cubicBezTo>
                  <a:cubicBezTo>
                    <a:pt x="9032" y="2788"/>
                    <a:pt x="8753" y="3067"/>
                    <a:pt x="8447" y="3067"/>
                  </a:cubicBezTo>
                  <a:cubicBezTo>
                    <a:pt x="8112" y="3067"/>
                    <a:pt x="7834" y="2788"/>
                    <a:pt x="7834" y="2481"/>
                  </a:cubicBezTo>
                  <a:cubicBezTo>
                    <a:pt x="7834" y="2119"/>
                    <a:pt x="8112" y="1896"/>
                    <a:pt x="8447" y="1896"/>
                  </a:cubicBezTo>
                  <a:close/>
                  <a:moveTo>
                    <a:pt x="1701" y="3624"/>
                  </a:moveTo>
                  <a:cubicBezTo>
                    <a:pt x="2370" y="3624"/>
                    <a:pt x="2927" y="4182"/>
                    <a:pt x="2927" y="4851"/>
                  </a:cubicBezTo>
                  <a:lnTo>
                    <a:pt x="2927" y="6412"/>
                  </a:lnTo>
                  <a:cubicBezTo>
                    <a:pt x="2955" y="6635"/>
                    <a:pt x="2816" y="6719"/>
                    <a:pt x="2649" y="6719"/>
                  </a:cubicBezTo>
                  <a:cubicBezTo>
                    <a:pt x="2481" y="6719"/>
                    <a:pt x="2342" y="6858"/>
                    <a:pt x="2342" y="7053"/>
                  </a:cubicBezTo>
                  <a:lnTo>
                    <a:pt x="2342" y="8865"/>
                  </a:lnTo>
                  <a:cubicBezTo>
                    <a:pt x="2342" y="9032"/>
                    <a:pt x="2203" y="9172"/>
                    <a:pt x="2035" y="9172"/>
                  </a:cubicBezTo>
                  <a:lnTo>
                    <a:pt x="1422" y="9172"/>
                  </a:lnTo>
                  <a:cubicBezTo>
                    <a:pt x="1255" y="9172"/>
                    <a:pt x="1116" y="9032"/>
                    <a:pt x="1116" y="8865"/>
                  </a:cubicBezTo>
                  <a:lnTo>
                    <a:pt x="1116" y="7053"/>
                  </a:lnTo>
                  <a:cubicBezTo>
                    <a:pt x="1116" y="6858"/>
                    <a:pt x="976" y="6719"/>
                    <a:pt x="809" y="6719"/>
                  </a:cubicBezTo>
                  <a:cubicBezTo>
                    <a:pt x="642" y="6719"/>
                    <a:pt x="502" y="6579"/>
                    <a:pt x="502" y="6412"/>
                  </a:cubicBezTo>
                  <a:lnTo>
                    <a:pt x="502" y="4851"/>
                  </a:lnTo>
                  <a:cubicBezTo>
                    <a:pt x="502" y="4182"/>
                    <a:pt x="1060" y="3624"/>
                    <a:pt x="1701" y="3624"/>
                  </a:cubicBezTo>
                  <a:close/>
                  <a:moveTo>
                    <a:pt x="8391" y="3624"/>
                  </a:moveTo>
                  <a:cubicBezTo>
                    <a:pt x="9060" y="3624"/>
                    <a:pt x="9618" y="4182"/>
                    <a:pt x="9618" y="4851"/>
                  </a:cubicBezTo>
                  <a:lnTo>
                    <a:pt x="9618" y="6440"/>
                  </a:lnTo>
                  <a:lnTo>
                    <a:pt x="9645" y="6440"/>
                  </a:lnTo>
                  <a:cubicBezTo>
                    <a:pt x="9645" y="6635"/>
                    <a:pt x="9506" y="6774"/>
                    <a:pt x="9339" y="6774"/>
                  </a:cubicBezTo>
                  <a:cubicBezTo>
                    <a:pt x="9172" y="6774"/>
                    <a:pt x="9032" y="6914"/>
                    <a:pt x="9032" y="7081"/>
                  </a:cubicBezTo>
                  <a:lnTo>
                    <a:pt x="9032" y="8893"/>
                  </a:lnTo>
                  <a:cubicBezTo>
                    <a:pt x="9032" y="9060"/>
                    <a:pt x="8893" y="9199"/>
                    <a:pt x="8726" y="9199"/>
                  </a:cubicBezTo>
                  <a:lnTo>
                    <a:pt x="8112" y="9199"/>
                  </a:lnTo>
                  <a:cubicBezTo>
                    <a:pt x="7945" y="9199"/>
                    <a:pt x="7806" y="9060"/>
                    <a:pt x="7806" y="8893"/>
                  </a:cubicBezTo>
                  <a:lnTo>
                    <a:pt x="7806" y="7053"/>
                  </a:lnTo>
                  <a:cubicBezTo>
                    <a:pt x="7806" y="6858"/>
                    <a:pt x="7666" y="6719"/>
                    <a:pt x="7499" y="6719"/>
                  </a:cubicBezTo>
                  <a:cubicBezTo>
                    <a:pt x="7332" y="6719"/>
                    <a:pt x="7192" y="6579"/>
                    <a:pt x="7192" y="6412"/>
                  </a:cubicBezTo>
                  <a:lnTo>
                    <a:pt x="7192" y="4851"/>
                  </a:lnTo>
                  <a:cubicBezTo>
                    <a:pt x="7192" y="4182"/>
                    <a:pt x="7750" y="3624"/>
                    <a:pt x="8391" y="3624"/>
                  </a:cubicBezTo>
                  <a:close/>
                  <a:moveTo>
                    <a:pt x="5381" y="3095"/>
                  </a:moveTo>
                  <a:cubicBezTo>
                    <a:pt x="6077" y="3234"/>
                    <a:pt x="6635" y="3875"/>
                    <a:pt x="6635" y="4600"/>
                  </a:cubicBezTo>
                  <a:lnTo>
                    <a:pt x="6635" y="6440"/>
                  </a:lnTo>
                  <a:cubicBezTo>
                    <a:pt x="6663" y="6635"/>
                    <a:pt x="6523" y="6719"/>
                    <a:pt x="6356" y="6719"/>
                  </a:cubicBezTo>
                  <a:cubicBezTo>
                    <a:pt x="6161" y="6719"/>
                    <a:pt x="6022" y="6858"/>
                    <a:pt x="6022" y="7053"/>
                  </a:cubicBezTo>
                  <a:lnTo>
                    <a:pt x="6022" y="9478"/>
                  </a:lnTo>
                  <a:cubicBezTo>
                    <a:pt x="6022" y="9645"/>
                    <a:pt x="5882" y="9785"/>
                    <a:pt x="5715" y="9785"/>
                  </a:cubicBezTo>
                  <a:lnTo>
                    <a:pt x="4461" y="9785"/>
                  </a:lnTo>
                  <a:cubicBezTo>
                    <a:pt x="4293" y="9785"/>
                    <a:pt x="4154" y="9645"/>
                    <a:pt x="4154" y="9478"/>
                  </a:cubicBezTo>
                  <a:lnTo>
                    <a:pt x="4154" y="7053"/>
                  </a:lnTo>
                  <a:cubicBezTo>
                    <a:pt x="4154" y="6858"/>
                    <a:pt x="4015" y="6719"/>
                    <a:pt x="3847" y="6719"/>
                  </a:cubicBezTo>
                  <a:cubicBezTo>
                    <a:pt x="3652" y="6719"/>
                    <a:pt x="3513" y="6579"/>
                    <a:pt x="3513" y="6412"/>
                  </a:cubicBezTo>
                  <a:lnTo>
                    <a:pt x="3513" y="4851"/>
                  </a:lnTo>
                  <a:lnTo>
                    <a:pt x="3513" y="4600"/>
                  </a:lnTo>
                  <a:cubicBezTo>
                    <a:pt x="3513" y="3875"/>
                    <a:pt x="4043" y="3234"/>
                    <a:pt x="4739" y="3095"/>
                  </a:cubicBezTo>
                  <a:lnTo>
                    <a:pt x="4739" y="5185"/>
                  </a:lnTo>
                  <a:cubicBezTo>
                    <a:pt x="4739" y="5381"/>
                    <a:pt x="4879" y="5520"/>
                    <a:pt x="5046" y="5520"/>
                  </a:cubicBezTo>
                  <a:cubicBezTo>
                    <a:pt x="5241" y="5520"/>
                    <a:pt x="5381" y="5381"/>
                    <a:pt x="5381" y="5185"/>
                  </a:cubicBezTo>
                  <a:lnTo>
                    <a:pt x="5381" y="3095"/>
                  </a:lnTo>
                  <a:close/>
                  <a:moveTo>
                    <a:pt x="5130" y="1"/>
                  </a:moveTo>
                  <a:cubicBezTo>
                    <a:pt x="4293" y="1"/>
                    <a:pt x="3624" y="670"/>
                    <a:pt x="3624" y="1506"/>
                  </a:cubicBezTo>
                  <a:cubicBezTo>
                    <a:pt x="3624" y="1952"/>
                    <a:pt x="3847" y="2370"/>
                    <a:pt x="4154" y="2649"/>
                  </a:cubicBezTo>
                  <a:cubicBezTo>
                    <a:pt x="3736" y="2872"/>
                    <a:pt x="3373" y="3234"/>
                    <a:pt x="3206" y="3652"/>
                  </a:cubicBezTo>
                  <a:cubicBezTo>
                    <a:pt x="3067" y="3485"/>
                    <a:pt x="2900" y="3346"/>
                    <a:pt x="2677" y="3234"/>
                  </a:cubicBezTo>
                  <a:cubicBezTo>
                    <a:pt x="2900" y="3039"/>
                    <a:pt x="3039" y="2732"/>
                    <a:pt x="3039" y="2398"/>
                  </a:cubicBezTo>
                  <a:cubicBezTo>
                    <a:pt x="3039" y="1757"/>
                    <a:pt x="2481" y="1199"/>
                    <a:pt x="1812" y="1199"/>
                  </a:cubicBezTo>
                  <a:cubicBezTo>
                    <a:pt x="1143" y="1199"/>
                    <a:pt x="586" y="1757"/>
                    <a:pt x="586" y="2398"/>
                  </a:cubicBezTo>
                  <a:cubicBezTo>
                    <a:pt x="586" y="2732"/>
                    <a:pt x="725" y="3039"/>
                    <a:pt x="948" y="3234"/>
                  </a:cubicBezTo>
                  <a:cubicBezTo>
                    <a:pt x="391" y="3569"/>
                    <a:pt x="1" y="4154"/>
                    <a:pt x="1" y="4851"/>
                  </a:cubicBezTo>
                  <a:lnTo>
                    <a:pt x="1" y="6412"/>
                  </a:lnTo>
                  <a:cubicBezTo>
                    <a:pt x="1" y="6802"/>
                    <a:pt x="251" y="7137"/>
                    <a:pt x="586" y="7276"/>
                  </a:cubicBezTo>
                  <a:lnTo>
                    <a:pt x="586" y="8865"/>
                  </a:lnTo>
                  <a:cubicBezTo>
                    <a:pt x="586" y="9339"/>
                    <a:pt x="1004" y="9757"/>
                    <a:pt x="1506" y="9757"/>
                  </a:cubicBezTo>
                  <a:lnTo>
                    <a:pt x="2091" y="9757"/>
                  </a:lnTo>
                  <a:cubicBezTo>
                    <a:pt x="2593" y="9757"/>
                    <a:pt x="3011" y="9339"/>
                    <a:pt x="3011" y="8865"/>
                  </a:cubicBezTo>
                  <a:lnTo>
                    <a:pt x="3011" y="7276"/>
                  </a:lnTo>
                  <a:cubicBezTo>
                    <a:pt x="3095" y="7248"/>
                    <a:pt x="3206" y="7192"/>
                    <a:pt x="3318" y="7109"/>
                  </a:cubicBezTo>
                  <a:cubicBezTo>
                    <a:pt x="3429" y="7192"/>
                    <a:pt x="3485" y="7248"/>
                    <a:pt x="3624" y="7276"/>
                  </a:cubicBezTo>
                  <a:lnTo>
                    <a:pt x="3624" y="9450"/>
                  </a:lnTo>
                  <a:cubicBezTo>
                    <a:pt x="3624" y="9924"/>
                    <a:pt x="4043" y="10342"/>
                    <a:pt x="4544" y="10342"/>
                  </a:cubicBezTo>
                  <a:lnTo>
                    <a:pt x="5799" y="10342"/>
                  </a:lnTo>
                  <a:cubicBezTo>
                    <a:pt x="6273" y="10342"/>
                    <a:pt x="6691" y="9924"/>
                    <a:pt x="6691" y="9450"/>
                  </a:cubicBezTo>
                  <a:lnTo>
                    <a:pt x="6691" y="7276"/>
                  </a:lnTo>
                  <a:cubicBezTo>
                    <a:pt x="6802" y="7248"/>
                    <a:pt x="6914" y="7192"/>
                    <a:pt x="6997" y="7109"/>
                  </a:cubicBezTo>
                  <a:cubicBezTo>
                    <a:pt x="7109" y="7192"/>
                    <a:pt x="7192" y="7248"/>
                    <a:pt x="7332" y="7276"/>
                  </a:cubicBezTo>
                  <a:lnTo>
                    <a:pt x="7332" y="8865"/>
                  </a:lnTo>
                  <a:cubicBezTo>
                    <a:pt x="7332" y="9339"/>
                    <a:pt x="7750" y="9757"/>
                    <a:pt x="8224" y="9757"/>
                  </a:cubicBezTo>
                  <a:lnTo>
                    <a:pt x="8809" y="9757"/>
                  </a:lnTo>
                  <a:cubicBezTo>
                    <a:pt x="9311" y="9757"/>
                    <a:pt x="9729" y="9339"/>
                    <a:pt x="9729" y="8865"/>
                  </a:cubicBezTo>
                  <a:lnTo>
                    <a:pt x="9729" y="7276"/>
                  </a:lnTo>
                  <a:cubicBezTo>
                    <a:pt x="10064" y="7137"/>
                    <a:pt x="10314" y="6830"/>
                    <a:pt x="10314" y="6412"/>
                  </a:cubicBezTo>
                  <a:lnTo>
                    <a:pt x="10314" y="4851"/>
                  </a:lnTo>
                  <a:cubicBezTo>
                    <a:pt x="10287" y="4210"/>
                    <a:pt x="9896" y="3596"/>
                    <a:pt x="9339" y="3318"/>
                  </a:cubicBezTo>
                  <a:cubicBezTo>
                    <a:pt x="9562" y="3095"/>
                    <a:pt x="9701" y="2788"/>
                    <a:pt x="9701" y="2481"/>
                  </a:cubicBezTo>
                  <a:cubicBezTo>
                    <a:pt x="9701" y="1812"/>
                    <a:pt x="9144" y="1255"/>
                    <a:pt x="8475" y="1255"/>
                  </a:cubicBezTo>
                  <a:cubicBezTo>
                    <a:pt x="7806" y="1255"/>
                    <a:pt x="7248" y="1812"/>
                    <a:pt x="7248" y="2481"/>
                  </a:cubicBezTo>
                  <a:cubicBezTo>
                    <a:pt x="7248" y="2788"/>
                    <a:pt x="7388" y="3095"/>
                    <a:pt x="7611" y="3318"/>
                  </a:cubicBezTo>
                  <a:cubicBezTo>
                    <a:pt x="7388" y="3429"/>
                    <a:pt x="7220" y="3569"/>
                    <a:pt x="7081" y="3736"/>
                  </a:cubicBezTo>
                  <a:cubicBezTo>
                    <a:pt x="6969" y="3485"/>
                    <a:pt x="6802" y="3290"/>
                    <a:pt x="6635" y="3067"/>
                  </a:cubicBezTo>
                  <a:cubicBezTo>
                    <a:pt x="6496" y="2927"/>
                    <a:pt x="6300" y="2788"/>
                    <a:pt x="6105" y="2677"/>
                  </a:cubicBezTo>
                  <a:cubicBezTo>
                    <a:pt x="6440" y="2370"/>
                    <a:pt x="6663" y="1952"/>
                    <a:pt x="6663" y="1534"/>
                  </a:cubicBezTo>
                  <a:cubicBezTo>
                    <a:pt x="6663" y="1116"/>
                    <a:pt x="6496" y="725"/>
                    <a:pt x="6217" y="447"/>
                  </a:cubicBezTo>
                  <a:cubicBezTo>
                    <a:pt x="5938" y="168"/>
                    <a:pt x="5520" y="1"/>
                    <a:pt x="51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0908;p74">
              <a:extLst>
                <a:ext uri="{FF2B5EF4-FFF2-40B4-BE49-F238E27FC236}">
                  <a16:creationId xmlns:a16="http://schemas.microsoft.com/office/drawing/2014/main" id="{464E4A91-C5CE-619D-CB9A-2FF2D12F5661}"/>
                </a:ext>
              </a:extLst>
            </p:cNvPr>
            <p:cNvSpPr/>
            <p:nvPr/>
          </p:nvSpPr>
          <p:spPr>
            <a:xfrm flipH="1">
              <a:off x="6679825" y="2693700"/>
              <a:ext cx="257875" cy="258575"/>
            </a:xfrm>
            <a:custGeom>
              <a:avLst/>
              <a:gdLst/>
              <a:ahLst/>
              <a:cxnLst/>
              <a:rect l="l" t="t" r="r" b="b"/>
              <a:pathLst>
                <a:path w="10315" h="10343" extrusionOk="0">
                  <a:moveTo>
                    <a:pt x="5102" y="670"/>
                  </a:moveTo>
                  <a:cubicBezTo>
                    <a:pt x="5604" y="670"/>
                    <a:pt x="6022" y="1088"/>
                    <a:pt x="6022" y="1562"/>
                  </a:cubicBezTo>
                  <a:cubicBezTo>
                    <a:pt x="6022" y="2063"/>
                    <a:pt x="5604" y="2481"/>
                    <a:pt x="5102" y="2481"/>
                  </a:cubicBezTo>
                  <a:cubicBezTo>
                    <a:pt x="4600" y="2481"/>
                    <a:pt x="4182" y="2063"/>
                    <a:pt x="4182" y="1562"/>
                  </a:cubicBezTo>
                  <a:cubicBezTo>
                    <a:pt x="4182" y="1088"/>
                    <a:pt x="4600" y="670"/>
                    <a:pt x="5102" y="670"/>
                  </a:cubicBezTo>
                  <a:close/>
                  <a:moveTo>
                    <a:pt x="1757" y="1896"/>
                  </a:moveTo>
                  <a:cubicBezTo>
                    <a:pt x="2063" y="1896"/>
                    <a:pt x="2342" y="2175"/>
                    <a:pt x="2342" y="2481"/>
                  </a:cubicBezTo>
                  <a:cubicBezTo>
                    <a:pt x="2342" y="2788"/>
                    <a:pt x="2063" y="3067"/>
                    <a:pt x="1757" y="3067"/>
                  </a:cubicBezTo>
                  <a:cubicBezTo>
                    <a:pt x="1422" y="3067"/>
                    <a:pt x="1143" y="2788"/>
                    <a:pt x="1143" y="2481"/>
                  </a:cubicBezTo>
                  <a:cubicBezTo>
                    <a:pt x="1143" y="2119"/>
                    <a:pt x="1422" y="1896"/>
                    <a:pt x="1757" y="1896"/>
                  </a:cubicBezTo>
                  <a:close/>
                  <a:moveTo>
                    <a:pt x="8447" y="1896"/>
                  </a:moveTo>
                  <a:cubicBezTo>
                    <a:pt x="8781" y="1896"/>
                    <a:pt x="9032" y="2175"/>
                    <a:pt x="9032" y="2481"/>
                  </a:cubicBezTo>
                  <a:cubicBezTo>
                    <a:pt x="9032" y="2788"/>
                    <a:pt x="8753" y="3067"/>
                    <a:pt x="8447" y="3067"/>
                  </a:cubicBezTo>
                  <a:cubicBezTo>
                    <a:pt x="8112" y="3067"/>
                    <a:pt x="7834" y="2788"/>
                    <a:pt x="7834" y="2481"/>
                  </a:cubicBezTo>
                  <a:cubicBezTo>
                    <a:pt x="7834" y="2119"/>
                    <a:pt x="8112" y="1896"/>
                    <a:pt x="8447" y="1896"/>
                  </a:cubicBezTo>
                  <a:close/>
                  <a:moveTo>
                    <a:pt x="1701" y="3624"/>
                  </a:moveTo>
                  <a:cubicBezTo>
                    <a:pt x="2370" y="3624"/>
                    <a:pt x="2927" y="4182"/>
                    <a:pt x="2927" y="4851"/>
                  </a:cubicBezTo>
                  <a:lnTo>
                    <a:pt x="2927" y="6412"/>
                  </a:lnTo>
                  <a:cubicBezTo>
                    <a:pt x="2955" y="6635"/>
                    <a:pt x="2816" y="6719"/>
                    <a:pt x="2649" y="6719"/>
                  </a:cubicBezTo>
                  <a:cubicBezTo>
                    <a:pt x="2481" y="6719"/>
                    <a:pt x="2342" y="6858"/>
                    <a:pt x="2342" y="7053"/>
                  </a:cubicBezTo>
                  <a:lnTo>
                    <a:pt x="2342" y="8865"/>
                  </a:lnTo>
                  <a:cubicBezTo>
                    <a:pt x="2342" y="9032"/>
                    <a:pt x="2203" y="9172"/>
                    <a:pt x="2035" y="9172"/>
                  </a:cubicBezTo>
                  <a:lnTo>
                    <a:pt x="1422" y="9172"/>
                  </a:lnTo>
                  <a:cubicBezTo>
                    <a:pt x="1255" y="9172"/>
                    <a:pt x="1116" y="9032"/>
                    <a:pt x="1116" y="8865"/>
                  </a:cubicBezTo>
                  <a:lnTo>
                    <a:pt x="1116" y="7053"/>
                  </a:lnTo>
                  <a:cubicBezTo>
                    <a:pt x="1116" y="6858"/>
                    <a:pt x="976" y="6719"/>
                    <a:pt x="809" y="6719"/>
                  </a:cubicBezTo>
                  <a:cubicBezTo>
                    <a:pt x="642" y="6719"/>
                    <a:pt x="502" y="6579"/>
                    <a:pt x="502" y="6412"/>
                  </a:cubicBezTo>
                  <a:lnTo>
                    <a:pt x="502" y="4851"/>
                  </a:lnTo>
                  <a:cubicBezTo>
                    <a:pt x="502" y="4182"/>
                    <a:pt x="1060" y="3624"/>
                    <a:pt x="1701" y="3624"/>
                  </a:cubicBezTo>
                  <a:close/>
                  <a:moveTo>
                    <a:pt x="8391" y="3624"/>
                  </a:moveTo>
                  <a:cubicBezTo>
                    <a:pt x="9060" y="3624"/>
                    <a:pt x="9618" y="4182"/>
                    <a:pt x="9618" y="4851"/>
                  </a:cubicBezTo>
                  <a:lnTo>
                    <a:pt x="9618" y="6440"/>
                  </a:lnTo>
                  <a:lnTo>
                    <a:pt x="9645" y="6440"/>
                  </a:lnTo>
                  <a:cubicBezTo>
                    <a:pt x="9645" y="6635"/>
                    <a:pt x="9506" y="6774"/>
                    <a:pt x="9339" y="6774"/>
                  </a:cubicBezTo>
                  <a:cubicBezTo>
                    <a:pt x="9172" y="6774"/>
                    <a:pt x="9032" y="6914"/>
                    <a:pt x="9032" y="7081"/>
                  </a:cubicBezTo>
                  <a:lnTo>
                    <a:pt x="9032" y="8893"/>
                  </a:lnTo>
                  <a:cubicBezTo>
                    <a:pt x="9032" y="9060"/>
                    <a:pt x="8893" y="9199"/>
                    <a:pt x="8726" y="9199"/>
                  </a:cubicBezTo>
                  <a:lnTo>
                    <a:pt x="8112" y="9199"/>
                  </a:lnTo>
                  <a:cubicBezTo>
                    <a:pt x="7945" y="9199"/>
                    <a:pt x="7806" y="9060"/>
                    <a:pt x="7806" y="8893"/>
                  </a:cubicBezTo>
                  <a:lnTo>
                    <a:pt x="7806" y="7053"/>
                  </a:lnTo>
                  <a:cubicBezTo>
                    <a:pt x="7806" y="6858"/>
                    <a:pt x="7666" y="6719"/>
                    <a:pt x="7499" y="6719"/>
                  </a:cubicBezTo>
                  <a:cubicBezTo>
                    <a:pt x="7332" y="6719"/>
                    <a:pt x="7192" y="6579"/>
                    <a:pt x="7192" y="6412"/>
                  </a:cubicBezTo>
                  <a:lnTo>
                    <a:pt x="7192" y="4851"/>
                  </a:lnTo>
                  <a:cubicBezTo>
                    <a:pt x="7192" y="4182"/>
                    <a:pt x="7750" y="3624"/>
                    <a:pt x="8391" y="3624"/>
                  </a:cubicBezTo>
                  <a:close/>
                  <a:moveTo>
                    <a:pt x="5381" y="3095"/>
                  </a:moveTo>
                  <a:cubicBezTo>
                    <a:pt x="6077" y="3234"/>
                    <a:pt x="6635" y="3875"/>
                    <a:pt x="6635" y="4600"/>
                  </a:cubicBezTo>
                  <a:lnTo>
                    <a:pt x="6635" y="6440"/>
                  </a:lnTo>
                  <a:cubicBezTo>
                    <a:pt x="6663" y="6635"/>
                    <a:pt x="6523" y="6719"/>
                    <a:pt x="6356" y="6719"/>
                  </a:cubicBezTo>
                  <a:cubicBezTo>
                    <a:pt x="6161" y="6719"/>
                    <a:pt x="6022" y="6858"/>
                    <a:pt x="6022" y="7053"/>
                  </a:cubicBezTo>
                  <a:lnTo>
                    <a:pt x="6022" y="9478"/>
                  </a:lnTo>
                  <a:cubicBezTo>
                    <a:pt x="6022" y="9645"/>
                    <a:pt x="5882" y="9785"/>
                    <a:pt x="5715" y="9785"/>
                  </a:cubicBezTo>
                  <a:lnTo>
                    <a:pt x="4461" y="9785"/>
                  </a:lnTo>
                  <a:cubicBezTo>
                    <a:pt x="4293" y="9785"/>
                    <a:pt x="4154" y="9645"/>
                    <a:pt x="4154" y="9478"/>
                  </a:cubicBezTo>
                  <a:lnTo>
                    <a:pt x="4154" y="7053"/>
                  </a:lnTo>
                  <a:cubicBezTo>
                    <a:pt x="4154" y="6858"/>
                    <a:pt x="4015" y="6719"/>
                    <a:pt x="3847" y="6719"/>
                  </a:cubicBezTo>
                  <a:cubicBezTo>
                    <a:pt x="3652" y="6719"/>
                    <a:pt x="3513" y="6579"/>
                    <a:pt x="3513" y="6412"/>
                  </a:cubicBezTo>
                  <a:lnTo>
                    <a:pt x="3513" y="4851"/>
                  </a:lnTo>
                  <a:lnTo>
                    <a:pt x="3513" y="4600"/>
                  </a:lnTo>
                  <a:cubicBezTo>
                    <a:pt x="3513" y="3875"/>
                    <a:pt x="4043" y="3234"/>
                    <a:pt x="4739" y="3095"/>
                  </a:cubicBezTo>
                  <a:lnTo>
                    <a:pt x="4739" y="5185"/>
                  </a:lnTo>
                  <a:cubicBezTo>
                    <a:pt x="4739" y="5381"/>
                    <a:pt x="4879" y="5520"/>
                    <a:pt x="5046" y="5520"/>
                  </a:cubicBezTo>
                  <a:cubicBezTo>
                    <a:pt x="5241" y="5520"/>
                    <a:pt x="5381" y="5381"/>
                    <a:pt x="5381" y="5185"/>
                  </a:cubicBezTo>
                  <a:lnTo>
                    <a:pt x="5381" y="3095"/>
                  </a:lnTo>
                  <a:close/>
                  <a:moveTo>
                    <a:pt x="5130" y="1"/>
                  </a:moveTo>
                  <a:cubicBezTo>
                    <a:pt x="4293" y="1"/>
                    <a:pt x="3624" y="670"/>
                    <a:pt x="3624" y="1506"/>
                  </a:cubicBezTo>
                  <a:cubicBezTo>
                    <a:pt x="3624" y="1952"/>
                    <a:pt x="3847" y="2370"/>
                    <a:pt x="4154" y="2649"/>
                  </a:cubicBezTo>
                  <a:cubicBezTo>
                    <a:pt x="3736" y="2872"/>
                    <a:pt x="3373" y="3234"/>
                    <a:pt x="3206" y="3652"/>
                  </a:cubicBezTo>
                  <a:cubicBezTo>
                    <a:pt x="3067" y="3485"/>
                    <a:pt x="2900" y="3346"/>
                    <a:pt x="2677" y="3234"/>
                  </a:cubicBezTo>
                  <a:cubicBezTo>
                    <a:pt x="2900" y="3039"/>
                    <a:pt x="3039" y="2732"/>
                    <a:pt x="3039" y="2398"/>
                  </a:cubicBezTo>
                  <a:cubicBezTo>
                    <a:pt x="3039" y="1757"/>
                    <a:pt x="2481" y="1199"/>
                    <a:pt x="1812" y="1199"/>
                  </a:cubicBezTo>
                  <a:cubicBezTo>
                    <a:pt x="1143" y="1199"/>
                    <a:pt x="586" y="1757"/>
                    <a:pt x="586" y="2398"/>
                  </a:cubicBezTo>
                  <a:cubicBezTo>
                    <a:pt x="586" y="2732"/>
                    <a:pt x="725" y="3039"/>
                    <a:pt x="948" y="3234"/>
                  </a:cubicBezTo>
                  <a:cubicBezTo>
                    <a:pt x="391" y="3569"/>
                    <a:pt x="1" y="4154"/>
                    <a:pt x="1" y="4851"/>
                  </a:cubicBezTo>
                  <a:lnTo>
                    <a:pt x="1" y="6412"/>
                  </a:lnTo>
                  <a:cubicBezTo>
                    <a:pt x="1" y="6802"/>
                    <a:pt x="251" y="7137"/>
                    <a:pt x="586" y="7276"/>
                  </a:cubicBezTo>
                  <a:lnTo>
                    <a:pt x="586" y="8865"/>
                  </a:lnTo>
                  <a:cubicBezTo>
                    <a:pt x="586" y="9339"/>
                    <a:pt x="1004" y="9757"/>
                    <a:pt x="1506" y="9757"/>
                  </a:cubicBezTo>
                  <a:lnTo>
                    <a:pt x="2091" y="9757"/>
                  </a:lnTo>
                  <a:cubicBezTo>
                    <a:pt x="2593" y="9757"/>
                    <a:pt x="3011" y="9339"/>
                    <a:pt x="3011" y="8865"/>
                  </a:cubicBezTo>
                  <a:lnTo>
                    <a:pt x="3011" y="7276"/>
                  </a:lnTo>
                  <a:cubicBezTo>
                    <a:pt x="3095" y="7248"/>
                    <a:pt x="3206" y="7192"/>
                    <a:pt x="3318" y="7109"/>
                  </a:cubicBezTo>
                  <a:cubicBezTo>
                    <a:pt x="3429" y="7192"/>
                    <a:pt x="3485" y="7248"/>
                    <a:pt x="3624" y="7276"/>
                  </a:cubicBezTo>
                  <a:lnTo>
                    <a:pt x="3624" y="9450"/>
                  </a:lnTo>
                  <a:cubicBezTo>
                    <a:pt x="3624" y="9924"/>
                    <a:pt x="4043" y="10342"/>
                    <a:pt x="4544" y="10342"/>
                  </a:cubicBezTo>
                  <a:lnTo>
                    <a:pt x="5799" y="10342"/>
                  </a:lnTo>
                  <a:cubicBezTo>
                    <a:pt x="6273" y="10342"/>
                    <a:pt x="6691" y="9924"/>
                    <a:pt x="6691" y="9450"/>
                  </a:cubicBezTo>
                  <a:lnTo>
                    <a:pt x="6691" y="7276"/>
                  </a:lnTo>
                  <a:cubicBezTo>
                    <a:pt x="6802" y="7248"/>
                    <a:pt x="6914" y="7192"/>
                    <a:pt x="6997" y="7109"/>
                  </a:cubicBezTo>
                  <a:cubicBezTo>
                    <a:pt x="7109" y="7192"/>
                    <a:pt x="7192" y="7248"/>
                    <a:pt x="7332" y="7276"/>
                  </a:cubicBezTo>
                  <a:lnTo>
                    <a:pt x="7332" y="8865"/>
                  </a:lnTo>
                  <a:cubicBezTo>
                    <a:pt x="7332" y="9339"/>
                    <a:pt x="7750" y="9757"/>
                    <a:pt x="8224" y="9757"/>
                  </a:cubicBezTo>
                  <a:lnTo>
                    <a:pt x="8809" y="9757"/>
                  </a:lnTo>
                  <a:cubicBezTo>
                    <a:pt x="9311" y="9757"/>
                    <a:pt x="9729" y="9339"/>
                    <a:pt x="9729" y="8865"/>
                  </a:cubicBezTo>
                  <a:lnTo>
                    <a:pt x="9729" y="7276"/>
                  </a:lnTo>
                  <a:cubicBezTo>
                    <a:pt x="10064" y="7137"/>
                    <a:pt x="10314" y="6830"/>
                    <a:pt x="10314" y="6412"/>
                  </a:cubicBezTo>
                  <a:lnTo>
                    <a:pt x="10314" y="4851"/>
                  </a:lnTo>
                  <a:cubicBezTo>
                    <a:pt x="10287" y="4210"/>
                    <a:pt x="9896" y="3596"/>
                    <a:pt x="9339" y="3318"/>
                  </a:cubicBezTo>
                  <a:cubicBezTo>
                    <a:pt x="9562" y="3095"/>
                    <a:pt x="9701" y="2788"/>
                    <a:pt x="9701" y="2481"/>
                  </a:cubicBezTo>
                  <a:cubicBezTo>
                    <a:pt x="9701" y="1812"/>
                    <a:pt x="9144" y="1255"/>
                    <a:pt x="8475" y="1255"/>
                  </a:cubicBezTo>
                  <a:cubicBezTo>
                    <a:pt x="7806" y="1255"/>
                    <a:pt x="7248" y="1812"/>
                    <a:pt x="7248" y="2481"/>
                  </a:cubicBezTo>
                  <a:cubicBezTo>
                    <a:pt x="7248" y="2788"/>
                    <a:pt x="7388" y="3095"/>
                    <a:pt x="7611" y="3318"/>
                  </a:cubicBezTo>
                  <a:cubicBezTo>
                    <a:pt x="7388" y="3429"/>
                    <a:pt x="7220" y="3569"/>
                    <a:pt x="7081" y="3736"/>
                  </a:cubicBezTo>
                  <a:cubicBezTo>
                    <a:pt x="6969" y="3485"/>
                    <a:pt x="6802" y="3290"/>
                    <a:pt x="6635" y="3067"/>
                  </a:cubicBezTo>
                  <a:cubicBezTo>
                    <a:pt x="6496" y="2927"/>
                    <a:pt x="6300" y="2788"/>
                    <a:pt x="6105" y="2677"/>
                  </a:cubicBezTo>
                  <a:cubicBezTo>
                    <a:pt x="6440" y="2370"/>
                    <a:pt x="6663" y="1952"/>
                    <a:pt x="6663" y="1534"/>
                  </a:cubicBezTo>
                  <a:cubicBezTo>
                    <a:pt x="6663" y="1116"/>
                    <a:pt x="6496" y="725"/>
                    <a:pt x="6217" y="447"/>
                  </a:cubicBezTo>
                  <a:cubicBezTo>
                    <a:pt x="5938" y="168"/>
                    <a:pt x="5520" y="1"/>
                    <a:pt x="51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roupe 8"/>
          <p:cNvGrpSpPr/>
          <p:nvPr/>
        </p:nvGrpSpPr>
        <p:grpSpPr>
          <a:xfrm>
            <a:off x="4149625" y="3004963"/>
            <a:ext cx="793800" cy="793800"/>
            <a:chOff x="4149625" y="3004963"/>
            <a:chExt cx="793800" cy="793800"/>
          </a:xfrm>
        </p:grpSpPr>
        <p:sp>
          <p:nvSpPr>
            <p:cNvPr id="64" name="Google Shape;510;p41"/>
            <p:cNvSpPr/>
            <p:nvPr/>
          </p:nvSpPr>
          <p:spPr>
            <a:xfrm>
              <a:off x="4149625" y="3004963"/>
              <a:ext cx="793800" cy="793800"/>
            </a:xfrm>
            <a:prstGeom prst="ellipse">
              <a:avLst/>
            </a:prstGeom>
            <a:solidFill>
              <a:schemeClr val="accent3">
                <a:lumMod val="60000"/>
                <a:lumOff val="4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b="1">
                <a:solidFill>
                  <a:schemeClr val="accent2"/>
                </a:solidFill>
                <a:latin typeface="Jost"/>
                <a:ea typeface="Jost"/>
                <a:cs typeface="Jost"/>
                <a:sym typeface="Jost"/>
              </a:endParaRPr>
            </a:p>
          </p:txBody>
        </p:sp>
        <p:grpSp>
          <p:nvGrpSpPr>
            <p:cNvPr id="77" name="Google Shape;9493;p70">
              <a:extLst>
                <a:ext uri="{FF2B5EF4-FFF2-40B4-BE49-F238E27FC236}">
                  <a16:creationId xmlns:a16="http://schemas.microsoft.com/office/drawing/2014/main" id="{CD9747A6-CECE-2AAB-B4F1-D13D464FC15E}"/>
                </a:ext>
              </a:extLst>
            </p:cNvPr>
            <p:cNvGrpSpPr/>
            <p:nvPr/>
          </p:nvGrpSpPr>
          <p:grpSpPr>
            <a:xfrm>
              <a:off x="4362031" y="3183163"/>
              <a:ext cx="368987" cy="366992"/>
              <a:chOff x="-64401400" y="1914475"/>
              <a:chExt cx="319000" cy="317275"/>
            </a:xfrm>
          </p:grpSpPr>
          <p:sp>
            <p:nvSpPr>
              <p:cNvPr id="78" name="Google Shape;9494;p70">
                <a:extLst>
                  <a:ext uri="{FF2B5EF4-FFF2-40B4-BE49-F238E27FC236}">
                    <a16:creationId xmlns:a16="http://schemas.microsoft.com/office/drawing/2014/main" id="{BB619BE9-2099-1BFC-E29E-6F1581814EE4}"/>
                  </a:ext>
                </a:extLst>
              </p:cNvPr>
              <p:cNvSpPr/>
              <p:nvPr/>
            </p:nvSpPr>
            <p:spPr>
              <a:xfrm>
                <a:off x="-64401400" y="1914475"/>
                <a:ext cx="319000" cy="317275"/>
              </a:xfrm>
              <a:custGeom>
                <a:avLst/>
                <a:gdLst/>
                <a:ahLst/>
                <a:cxnLst/>
                <a:rect l="l" t="t" r="r" b="b"/>
                <a:pathLst>
                  <a:path w="12760" h="12691" extrusionOk="0">
                    <a:moveTo>
                      <a:pt x="4726" y="1317"/>
                    </a:moveTo>
                    <a:lnTo>
                      <a:pt x="4726" y="2703"/>
                    </a:lnTo>
                    <a:cubicBezTo>
                      <a:pt x="4663" y="2735"/>
                      <a:pt x="4600" y="2829"/>
                      <a:pt x="4569" y="2861"/>
                    </a:cubicBezTo>
                    <a:lnTo>
                      <a:pt x="4065" y="3554"/>
                    </a:lnTo>
                    <a:cubicBezTo>
                      <a:pt x="3970" y="3176"/>
                      <a:pt x="3907" y="2703"/>
                      <a:pt x="3907" y="2388"/>
                    </a:cubicBezTo>
                    <a:cubicBezTo>
                      <a:pt x="3876" y="1947"/>
                      <a:pt x="3970" y="1632"/>
                      <a:pt x="4222" y="1475"/>
                    </a:cubicBezTo>
                    <a:cubicBezTo>
                      <a:pt x="4348" y="1349"/>
                      <a:pt x="4537" y="1317"/>
                      <a:pt x="4726" y="1317"/>
                    </a:cubicBezTo>
                    <a:close/>
                    <a:moveTo>
                      <a:pt x="7046" y="813"/>
                    </a:moveTo>
                    <a:cubicBezTo>
                      <a:pt x="7507" y="813"/>
                      <a:pt x="7937" y="916"/>
                      <a:pt x="8286" y="1128"/>
                    </a:cubicBezTo>
                    <a:cubicBezTo>
                      <a:pt x="8759" y="1412"/>
                      <a:pt x="8979" y="1821"/>
                      <a:pt x="8948" y="2420"/>
                    </a:cubicBezTo>
                    <a:cubicBezTo>
                      <a:pt x="8948" y="2703"/>
                      <a:pt x="8853" y="3113"/>
                      <a:pt x="8790" y="3554"/>
                    </a:cubicBezTo>
                    <a:lnTo>
                      <a:pt x="8286" y="2861"/>
                    </a:lnTo>
                    <a:cubicBezTo>
                      <a:pt x="8066" y="2609"/>
                      <a:pt x="7814" y="2451"/>
                      <a:pt x="7499" y="2451"/>
                    </a:cubicBezTo>
                    <a:lnTo>
                      <a:pt x="5514" y="2451"/>
                    </a:lnTo>
                    <a:lnTo>
                      <a:pt x="5514" y="1160"/>
                    </a:lnTo>
                    <a:cubicBezTo>
                      <a:pt x="6020" y="931"/>
                      <a:pt x="6551" y="813"/>
                      <a:pt x="7046" y="813"/>
                    </a:cubicBezTo>
                    <a:close/>
                    <a:moveTo>
                      <a:pt x="7530" y="3334"/>
                    </a:moveTo>
                    <a:cubicBezTo>
                      <a:pt x="7562" y="3334"/>
                      <a:pt x="7593" y="3365"/>
                      <a:pt x="7656" y="3365"/>
                    </a:cubicBezTo>
                    <a:lnTo>
                      <a:pt x="8601" y="4657"/>
                    </a:lnTo>
                    <a:cubicBezTo>
                      <a:pt x="8444" y="5917"/>
                      <a:pt x="7688" y="7177"/>
                      <a:pt x="6427" y="7177"/>
                    </a:cubicBezTo>
                    <a:cubicBezTo>
                      <a:pt x="5167" y="7177"/>
                      <a:pt x="4411" y="5980"/>
                      <a:pt x="4254" y="4657"/>
                    </a:cubicBezTo>
                    <a:lnTo>
                      <a:pt x="5199" y="3365"/>
                    </a:lnTo>
                    <a:cubicBezTo>
                      <a:pt x="5230" y="3334"/>
                      <a:pt x="5293" y="3334"/>
                      <a:pt x="5325" y="3334"/>
                    </a:cubicBezTo>
                    <a:close/>
                    <a:moveTo>
                      <a:pt x="5199" y="7681"/>
                    </a:moveTo>
                    <a:cubicBezTo>
                      <a:pt x="5608" y="7902"/>
                      <a:pt x="5986" y="8028"/>
                      <a:pt x="6427" y="8028"/>
                    </a:cubicBezTo>
                    <a:cubicBezTo>
                      <a:pt x="6869" y="8028"/>
                      <a:pt x="7310" y="7902"/>
                      <a:pt x="7688" y="7713"/>
                    </a:cubicBezTo>
                    <a:lnTo>
                      <a:pt x="7688" y="7807"/>
                    </a:lnTo>
                    <a:cubicBezTo>
                      <a:pt x="7688" y="8028"/>
                      <a:pt x="7719" y="8185"/>
                      <a:pt x="7814" y="8343"/>
                    </a:cubicBezTo>
                    <a:lnTo>
                      <a:pt x="6427" y="9634"/>
                    </a:lnTo>
                    <a:lnTo>
                      <a:pt x="5073" y="8280"/>
                    </a:lnTo>
                    <a:cubicBezTo>
                      <a:pt x="5167" y="8122"/>
                      <a:pt x="5199" y="7965"/>
                      <a:pt x="5199" y="7776"/>
                    </a:cubicBezTo>
                    <a:lnTo>
                      <a:pt x="5199" y="7681"/>
                    </a:lnTo>
                    <a:close/>
                    <a:moveTo>
                      <a:pt x="4537" y="8878"/>
                    </a:moveTo>
                    <a:lnTo>
                      <a:pt x="5829" y="10170"/>
                    </a:lnTo>
                    <a:lnTo>
                      <a:pt x="5230" y="10769"/>
                    </a:lnTo>
                    <a:lnTo>
                      <a:pt x="4065" y="9036"/>
                    </a:lnTo>
                    <a:cubicBezTo>
                      <a:pt x="4222" y="9036"/>
                      <a:pt x="4380" y="9004"/>
                      <a:pt x="4537" y="8878"/>
                    </a:cubicBezTo>
                    <a:close/>
                    <a:moveTo>
                      <a:pt x="8318" y="8878"/>
                    </a:moveTo>
                    <a:cubicBezTo>
                      <a:pt x="8475" y="8973"/>
                      <a:pt x="8633" y="9036"/>
                      <a:pt x="8790" y="9036"/>
                    </a:cubicBezTo>
                    <a:lnTo>
                      <a:pt x="7593" y="10769"/>
                    </a:lnTo>
                    <a:lnTo>
                      <a:pt x="7026" y="10170"/>
                    </a:lnTo>
                    <a:lnTo>
                      <a:pt x="8318" y="8878"/>
                    </a:lnTo>
                    <a:close/>
                    <a:moveTo>
                      <a:pt x="10460" y="9067"/>
                    </a:moveTo>
                    <a:cubicBezTo>
                      <a:pt x="11279" y="9067"/>
                      <a:pt x="11941" y="9760"/>
                      <a:pt x="11941" y="10580"/>
                    </a:cubicBezTo>
                    <a:lnTo>
                      <a:pt x="11941" y="11840"/>
                    </a:lnTo>
                    <a:lnTo>
                      <a:pt x="7814" y="11840"/>
                    </a:lnTo>
                    <a:cubicBezTo>
                      <a:pt x="7908" y="11808"/>
                      <a:pt x="8003" y="11745"/>
                      <a:pt x="8034" y="11682"/>
                    </a:cubicBezTo>
                    <a:lnTo>
                      <a:pt x="9798" y="9067"/>
                    </a:lnTo>
                    <a:close/>
                    <a:moveTo>
                      <a:pt x="3088" y="9067"/>
                    </a:moveTo>
                    <a:lnTo>
                      <a:pt x="4852" y="11651"/>
                    </a:lnTo>
                    <a:cubicBezTo>
                      <a:pt x="4915" y="11745"/>
                      <a:pt x="5041" y="11808"/>
                      <a:pt x="5167" y="11840"/>
                    </a:cubicBezTo>
                    <a:lnTo>
                      <a:pt x="5199" y="11840"/>
                    </a:lnTo>
                    <a:cubicBezTo>
                      <a:pt x="5325" y="11840"/>
                      <a:pt x="5419" y="11808"/>
                      <a:pt x="5482" y="11714"/>
                    </a:cubicBezTo>
                    <a:lnTo>
                      <a:pt x="6427" y="10769"/>
                    </a:lnTo>
                    <a:lnTo>
                      <a:pt x="7404" y="11745"/>
                    </a:lnTo>
                    <a:cubicBezTo>
                      <a:pt x="7436" y="11777"/>
                      <a:pt x="7530" y="11840"/>
                      <a:pt x="7593" y="11871"/>
                    </a:cubicBezTo>
                    <a:lnTo>
                      <a:pt x="914" y="11871"/>
                    </a:lnTo>
                    <a:lnTo>
                      <a:pt x="914" y="11840"/>
                    </a:lnTo>
                    <a:lnTo>
                      <a:pt x="914" y="10580"/>
                    </a:lnTo>
                    <a:cubicBezTo>
                      <a:pt x="914" y="9760"/>
                      <a:pt x="1576" y="9067"/>
                      <a:pt x="2395" y="9067"/>
                    </a:cubicBezTo>
                    <a:close/>
                    <a:moveTo>
                      <a:pt x="7043" y="1"/>
                    </a:moveTo>
                    <a:cubicBezTo>
                      <a:pt x="6380" y="1"/>
                      <a:pt x="5673" y="166"/>
                      <a:pt x="5010" y="498"/>
                    </a:cubicBezTo>
                    <a:cubicBezTo>
                      <a:pt x="4898" y="477"/>
                      <a:pt x="4788" y="467"/>
                      <a:pt x="4680" y="467"/>
                    </a:cubicBezTo>
                    <a:cubicBezTo>
                      <a:pt x="4300" y="467"/>
                      <a:pt x="3942" y="592"/>
                      <a:pt x="3624" y="813"/>
                    </a:cubicBezTo>
                    <a:cubicBezTo>
                      <a:pt x="3308" y="1034"/>
                      <a:pt x="2962" y="1506"/>
                      <a:pt x="2962" y="2388"/>
                    </a:cubicBezTo>
                    <a:cubicBezTo>
                      <a:pt x="2962" y="3144"/>
                      <a:pt x="3277" y="4405"/>
                      <a:pt x="3340" y="4625"/>
                    </a:cubicBezTo>
                    <a:cubicBezTo>
                      <a:pt x="3466" y="5570"/>
                      <a:pt x="3781" y="6389"/>
                      <a:pt x="4285" y="6988"/>
                    </a:cubicBezTo>
                    <a:lnTo>
                      <a:pt x="4285" y="7744"/>
                    </a:lnTo>
                    <a:cubicBezTo>
                      <a:pt x="4285" y="8028"/>
                      <a:pt x="4065" y="8248"/>
                      <a:pt x="3781" y="8248"/>
                    </a:cubicBezTo>
                    <a:lnTo>
                      <a:pt x="2332" y="8248"/>
                    </a:lnTo>
                    <a:cubicBezTo>
                      <a:pt x="1072" y="8248"/>
                      <a:pt x="0" y="9288"/>
                      <a:pt x="0" y="10580"/>
                    </a:cubicBezTo>
                    <a:lnTo>
                      <a:pt x="0" y="12281"/>
                    </a:lnTo>
                    <a:cubicBezTo>
                      <a:pt x="0" y="12501"/>
                      <a:pt x="189" y="12690"/>
                      <a:pt x="410" y="12690"/>
                    </a:cubicBezTo>
                    <a:lnTo>
                      <a:pt x="12256" y="12690"/>
                    </a:lnTo>
                    <a:cubicBezTo>
                      <a:pt x="12508" y="12690"/>
                      <a:pt x="12697" y="12501"/>
                      <a:pt x="12697" y="12281"/>
                    </a:cubicBezTo>
                    <a:lnTo>
                      <a:pt x="12697" y="10580"/>
                    </a:lnTo>
                    <a:cubicBezTo>
                      <a:pt x="12760" y="9319"/>
                      <a:pt x="11689" y="8248"/>
                      <a:pt x="10429" y="8248"/>
                    </a:cubicBezTo>
                    <a:lnTo>
                      <a:pt x="8979" y="8248"/>
                    </a:lnTo>
                    <a:cubicBezTo>
                      <a:pt x="8696" y="8248"/>
                      <a:pt x="8475" y="8028"/>
                      <a:pt x="8475" y="7744"/>
                    </a:cubicBezTo>
                    <a:lnTo>
                      <a:pt x="8475" y="6957"/>
                    </a:lnTo>
                    <a:cubicBezTo>
                      <a:pt x="8979" y="6358"/>
                      <a:pt x="9294" y="5539"/>
                      <a:pt x="9389" y="4625"/>
                    </a:cubicBezTo>
                    <a:cubicBezTo>
                      <a:pt x="9546" y="4121"/>
                      <a:pt x="9735" y="3050"/>
                      <a:pt x="9767" y="2420"/>
                    </a:cubicBezTo>
                    <a:cubicBezTo>
                      <a:pt x="9767" y="1538"/>
                      <a:pt x="9420" y="845"/>
                      <a:pt x="8664" y="404"/>
                    </a:cubicBezTo>
                    <a:cubicBezTo>
                      <a:pt x="8202" y="135"/>
                      <a:pt x="7640" y="1"/>
                      <a:pt x="704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9495;p70">
                <a:extLst>
                  <a:ext uri="{FF2B5EF4-FFF2-40B4-BE49-F238E27FC236}">
                    <a16:creationId xmlns:a16="http://schemas.microsoft.com/office/drawing/2014/main" id="{6CB54724-6319-2287-3813-893EB4DFC4E6}"/>
                  </a:ext>
                </a:extLst>
              </p:cNvPr>
              <p:cNvSpPr/>
              <p:nvPr/>
            </p:nvSpPr>
            <p:spPr>
              <a:xfrm>
                <a:off x="-64172200" y="2175800"/>
                <a:ext cx="48850" cy="22075"/>
              </a:xfrm>
              <a:custGeom>
                <a:avLst/>
                <a:gdLst/>
                <a:ahLst/>
                <a:cxnLst/>
                <a:rect l="l" t="t" r="r" b="b"/>
                <a:pathLst>
                  <a:path w="1954" h="883" extrusionOk="0">
                    <a:moveTo>
                      <a:pt x="410" y="1"/>
                    </a:moveTo>
                    <a:cubicBezTo>
                      <a:pt x="158" y="1"/>
                      <a:pt x="0" y="190"/>
                      <a:pt x="0" y="442"/>
                    </a:cubicBezTo>
                    <a:cubicBezTo>
                      <a:pt x="0" y="662"/>
                      <a:pt x="221" y="883"/>
                      <a:pt x="410" y="883"/>
                    </a:cubicBezTo>
                    <a:lnTo>
                      <a:pt x="1513" y="883"/>
                    </a:lnTo>
                    <a:cubicBezTo>
                      <a:pt x="1765" y="883"/>
                      <a:pt x="1891" y="662"/>
                      <a:pt x="1891" y="442"/>
                    </a:cubicBezTo>
                    <a:cubicBezTo>
                      <a:pt x="1954" y="190"/>
                      <a:pt x="1733" y="1"/>
                      <a:pt x="15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9496;p70">
                <a:extLst>
                  <a:ext uri="{FF2B5EF4-FFF2-40B4-BE49-F238E27FC236}">
                    <a16:creationId xmlns:a16="http://schemas.microsoft.com/office/drawing/2014/main" id="{3F1969F2-7DC2-C801-E3C4-BB42E0550D46}"/>
                  </a:ext>
                </a:extLst>
              </p:cNvPr>
              <p:cNvSpPr/>
              <p:nvPr/>
            </p:nvSpPr>
            <p:spPr>
              <a:xfrm>
                <a:off x="-64212375" y="2210450"/>
                <a:ext cx="5525" cy="25"/>
              </a:xfrm>
              <a:custGeom>
                <a:avLst/>
                <a:gdLst/>
                <a:ahLst/>
                <a:cxnLst/>
                <a:rect l="l" t="t" r="r" b="b"/>
                <a:pathLst>
                  <a:path w="221" h="1" extrusionOk="0">
                    <a:moveTo>
                      <a:pt x="1" y="1"/>
                    </a:moveTo>
                    <a:lnTo>
                      <a:pt x="221" y="1"/>
                    </a:lnTo>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7483864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barn(inVertical)">
                                      <p:cBhvr>
                                        <p:cTn id="7" dur="500"/>
                                        <p:tgtEl>
                                          <p:spTgt spid="5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barn(inVertical)">
                                      <p:cBhvr>
                                        <p:cTn id="1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graphicFrame>
        <p:nvGraphicFramePr>
          <p:cNvPr id="3" name="Table 3"/>
          <p:cNvGraphicFramePr/>
          <p:nvPr>
            <p:extLst>
              <p:ext uri="{D42A27DB-BD31-4B8C-83A1-F6EECF244321}">
                <p14:modId xmlns:p14="http://schemas.microsoft.com/office/powerpoint/2010/main" val="110218963"/>
              </p:ext>
            </p:extLst>
          </p:nvPr>
        </p:nvGraphicFramePr>
        <p:xfrm>
          <a:off x="819060" y="1752660"/>
          <a:ext cx="10058040" cy="4326120"/>
        </p:xfrm>
        <a:graphic>
          <a:graphicData uri="http://schemas.openxmlformats.org/drawingml/2006/table">
            <a:tbl>
              <a:tblPr/>
              <a:tblGrid>
                <a:gridCol w="819000">
                  <a:extLst>
                    <a:ext uri="{9D8B030D-6E8A-4147-A177-3AD203B41FA5}">
                      <a16:colId xmlns:a16="http://schemas.microsoft.com/office/drawing/2014/main" val="20000"/>
                    </a:ext>
                  </a:extLst>
                </a:gridCol>
                <a:gridCol w="2228760">
                  <a:extLst>
                    <a:ext uri="{9D8B030D-6E8A-4147-A177-3AD203B41FA5}">
                      <a16:colId xmlns:a16="http://schemas.microsoft.com/office/drawing/2014/main" val="20001"/>
                    </a:ext>
                  </a:extLst>
                </a:gridCol>
                <a:gridCol w="243828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tblGrid>
              <a:tr h="923760">
                <a:tc>
                  <a:txBody>
                    <a:bodyPr/>
                    <a:lstStyle/>
                    <a:p>
                      <a:pPr>
                        <a:lnSpc>
                          <a:spcPct val="100000"/>
                        </a:lnSpc>
                      </a:pPr>
                      <a:r>
                        <a:rPr lang="fr-FR" sz="1800" b="1" strike="noStrike" spc="-1" dirty="0">
                          <a:solidFill>
                            <a:srgbClr val="FFFFFF"/>
                          </a:solidFill>
                          <a:latin typeface="Poppins" panose="00000500000000000000"/>
                          <a:ea typeface="DejaVu Sans"/>
                        </a:rPr>
                        <a:t>ID</a:t>
                      </a:r>
                      <a:endParaRPr lang="fr-FR" sz="1800" b="0" strike="noStrike" spc="-1" dirty="0">
                        <a:latin typeface="Poppins" panose="0000050000000000000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nSpc>
                          <a:spcPct val="100000"/>
                        </a:lnSpc>
                      </a:pPr>
                      <a:r>
                        <a:rPr lang="fr-FR" sz="1800" b="1" strike="noStrike" spc="-1" dirty="0">
                          <a:solidFill>
                            <a:srgbClr val="FFFFFF"/>
                          </a:solidFill>
                          <a:latin typeface="Poppins" panose="00000500000000000000"/>
                          <a:ea typeface="DejaVu Sans"/>
                        </a:rPr>
                        <a:t>En tant que….</a:t>
                      </a:r>
                      <a:endParaRPr lang="fr-FR" sz="1800" b="0" strike="noStrike" spc="-1" dirty="0">
                        <a:latin typeface="Poppins" panose="00000500000000000000"/>
                      </a:endParaRPr>
                    </a:p>
                  </a:txBody>
                  <a:tcPr>
                    <a:lnL w="12700" cap="flat" cmpd="sng" algn="ctr">
                      <a:noFill/>
                      <a:prstDash val="solid"/>
                      <a:round/>
                      <a:headEnd type="none" w="med" len="med"/>
                      <a:tailEnd type="none" w="med" len="med"/>
                    </a:lnL>
                    <a:lnR w="6480">
                      <a:solidFill>
                        <a:srgbClr val="EC008C"/>
                      </a:solidFill>
                    </a:lnR>
                    <a:lnT w="6480">
                      <a:solidFill>
                        <a:srgbClr val="EC008C"/>
                      </a:solidFill>
                    </a:lnT>
                    <a:lnB w="6480">
                      <a:solidFill>
                        <a:srgbClr val="EC008C"/>
                      </a:solidFill>
                    </a:lnB>
                    <a:solidFill>
                      <a:schemeClr val="accent1">
                        <a:lumMod val="75000"/>
                      </a:schemeClr>
                    </a:solidFill>
                  </a:tcPr>
                </a:tc>
                <a:tc>
                  <a:txBody>
                    <a:bodyPr/>
                    <a:lstStyle/>
                    <a:p>
                      <a:pPr>
                        <a:lnSpc>
                          <a:spcPct val="100000"/>
                        </a:lnSpc>
                      </a:pPr>
                      <a:r>
                        <a:rPr lang="fr-FR" sz="1800" b="1" strike="noStrike" spc="-1" dirty="0">
                          <a:solidFill>
                            <a:srgbClr val="FFFFFF"/>
                          </a:solidFill>
                          <a:latin typeface="Poppins" panose="00000500000000000000"/>
                          <a:ea typeface="DejaVu Sans"/>
                        </a:rPr>
                        <a:t>Je veux….</a:t>
                      </a:r>
                      <a:endParaRPr lang="fr-FR" sz="1800" b="0" strike="noStrike" spc="-1" dirty="0">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solidFill>
                      <a:schemeClr val="accent1">
                        <a:lumMod val="75000"/>
                      </a:schemeClr>
                    </a:solidFill>
                  </a:tcPr>
                </a:tc>
                <a:tc>
                  <a:txBody>
                    <a:bodyPr/>
                    <a:lstStyle/>
                    <a:p>
                      <a:pPr>
                        <a:lnSpc>
                          <a:spcPct val="100000"/>
                        </a:lnSpc>
                      </a:pPr>
                      <a:r>
                        <a:rPr lang="fr-FR" sz="1800" b="1" strike="noStrike" spc="-1" dirty="0">
                          <a:solidFill>
                            <a:srgbClr val="FFFFFF"/>
                          </a:solidFill>
                          <a:latin typeface="Poppins" panose="00000500000000000000"/>
                          <a:ea typeface="DejaVu Sans"/>
                        </a:rPr>
                        <a:t>Afin de….</a:t>
                      </a:r>
                      <a:endParaRPr lang="fr-FR" sz="1800" b="0" strike="noStrike" spc="-1" dirty="0">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solidFill>
                      <a:schemeClr val="accent1">
                        <a:lumMod val="75000"/>
                      </a:schemeClr>
                    </a:solidFill>
                  </a:tcPr>
                </a:tc>
                <a:extLst>
                  <a:ext uri="{0D108BD9-81ED-4DB2-BD59-A6C34878D82A}">
                    <a16:rowId xmlns:a16="http://schemas.microsoft.com/office/drawing/2014/main" val="10000"/>
                  </a:ext>
                </a:extLst>
              </a:tr>
              <a:tr h="733320">
                <a:tc>
                  <a:txBody>
                    <a:bodyPr/>
                    <a:lstStyle/>
                    <a:p>
                      <a:pPr>
                        <a:lnSpc>
                          <a:spcPct val="100000"/>
                        </a:lnSpc>
                      </a:pPr>
                      <a:r>
                        <a:rPr lang="fr-FR" sz="1800" b="0" strike="noStrike" spc="-1" dirty="0">
                          <a:solidFill>
                            <a:srgbClr val="000000"/>
                          </a:solidFill>
                          <a:latin typeface="Poppins" panose="00000500000000000000"/>
                          <a:ea typeface="DejaVu Sans"/>
                        </a:rPr>
                        <a:t>1</a:t>
                      </a:r>
                      <a:endParaRPr lang="fr-FR" sz="1800" b="0" strike="noStrike" spc="-1" dirty="0">
                        <a:latin typeface="Poppins" panose="00000500000000000000"/>
                      </a:endParaRPr>
                    </a:p>
                  </a:txBody>
                  <a:tcPr>
                    <a:lnL w="6480">
                      <a:solidFill>
                        <a:srgbClr val="EC008C"/>
                      </a:solidFill>
                    </a:lnL>
                    <a:lnR w="6480">
                      <a:solidFill>
                        <a:srgbClr val="EC008C"/>
                      </a:solidFill>
                    </a:lnR>
                    <a:lnT w="12700" cap="flat" cmpd="sng" algn="ctr">
                      <a:noFill/>
                      <a:prstDash val="solid"/>
                      <a:round/>
                      <a:headEnd type="none" w="med" len="med"/>
                      <a:tailEnd type="none" w="med" len="med"/>
                    </a:lnT>
                    <a:lnB w="6480">
                      <a:solidFill>
                        <a:srgbClr val="EC008C"/>
                      </a:solidFill>
                    </a:lnB>
                    <a:noFill/>
                  </a:tcPr>
                </a:tc>
                <a:tc>
                  <a:txBody>
                    <a:bodyPr/>
                    <a:lstStyle/>
                    <a:p>
                      <a:pPr>
                        <a:lnSpc>
                          <a:spcPct val="100000"/>
                        </a:lnSpc>
                      </a:pPr>
                      <a:r>
                        <a:rPr lang="fr-FR" sz="1800" b="0" strike="noStrike" spc="-1">
                          <a:solidFill>
                            <a:srgbClr val="000000"/>
                          </a:solidFill>
                          <a:latin typeface="Poppins" panose="00000500000000000000"/>
                          <a:ea typeface="DejaVu Sans"/>
                        </a:rPr>
                        <a:t>Super Administrateur</a:t>
                      </a:r>
                      <a:endParaRPr lang="fr-FR" sz="1800" b="0" strike="noStrike" spc="-1">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a:lnSpc>
                          <a:spcPct val="100000"/>
                        </a:lnSpc>
                      </a:pPr>
                      <a:r>
                        <a:rPr lang="fr-FR" sz="1800" b="0" strike="noStrike" spc="-1">
                          <a:solidFill>
                            <a:srgbClr val="000000"/>
                          </a:solidFill>
                          <a:latin typeface="Poppins" panose="00000500000000000000"/>
                          <a:ea typeface="DejaVu Sans"/>
                        </a:rPr>
                        <a:t>M’authentifier</a:t>
                      </a:r>
                      <a:endParaRPr lang="fr-FR" sz="1800" b="0" strike="noStrike" spc="-1">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lvl="0"/>
                      <a:r>
                        <a:rPr lang="fr-FR" sz="1800" kern="1200" dirty="0" smtClean="0">
                          <a:solidFill>
                            <a:schemeClr val="tx1"/>
                          </a:solidFill>
                          <a:effectLst/>
                          <a:latin typeface="Poppins" panose="00000500000000000000"/>
                          <a:ea typeface="+mn-ea"/>
                          <a:cs typeface="+mn-cs"/>
                        </a:rPr>
                        <a:t>Gérer les compte utilisateur, abonnement, vérifier propriété, gérer annonce publicitaire </a:t>
                      </a:r>
                      <a:endParaRPr lang="en-US" sz="1800" kern="1200" dirty="0">
                        <a:solidFill>
                          <a:schemeClr val="tx1"/>
                        </a:solidFill>
                        <a:effectLst/>
                        <a:latin typeface="Poppins" panose="00000500000000000000"/>
                        <a:ea typeface="+mn-ea"/>
                        <a:cs typeface="+mn-cs"/>
                      </a:endParaRPr>
                    </a:p>
                  </a:txBody>
                  <a:tcPr>
                    <a:lnL w="6480">
                      <a:solidFill>
                        <a:srgbClr val="EC008C"/>
                      </a:solidFill>
                    </a:lnL>
                    <a:lnR w="6480">
                      <a:solidFill>
                        <a:srgbClr val="EC008C"/>
                      </a:solidFill>
                    </a:lnR>
                    <a:lnT w="6480">
                      <a:solidFill>
                        <a:srgbClr val="EC008C"/>
                      </a:solidFill>
                    </a:lnT>
                    <a:lnB w="6480">
                      <a:solidFill>
                        <a:srgbClr val="EC008C"/>
                      </a:solidFill>
                    </a:lnB>
                    <a:noFill/>
                  </a:tcPr>
                </a:tc>
                <a:extLst>
                  <a:ext uri="{0D108BD9-81ED-4DB2-BD59-A6C34878D82A}">
                    <a16:rowId xmlns:a16="http://schemas.microsoft.com/office/drawing/2014/main" val="10001"/>
                  </a:ext>
                </a:extLst>
              </a:tr>
              <a:tr h="628560">
                <a:tc>
                  <a:txBody>
                    <a:bodyPr/>
                    <a:lstStyle/>
                    <a:p>
                      <a:pPr>
                        <a:lnSpc>
                          <a:spcPct val="100000"/>
                        </a:lnSpc>
                      </a:pPr>
                      <a:r>
                        <a:rPr lang="fr-FR" sz="1800" b="0" strike="noStrike" spc="-1">
                          <a:solidFill>
                            <a:srgbClr val="000000"/>
                          </a:solidFill>
                          <a:latin typeface="Poppins" panose="00000500000000000000"/>
                          <a:ea typeface="DejaVu Sans"/>
                        </a:rPr>
                        <a:t>2</a:t>
                      </a:r>
                      <a:endParaRPr lang="fr-FR" sz="1800" b="0" strike="noStrike" spc="-1">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fr-FR" sz="1800" kern="1200" dirty="0" smtClean="0">
                          <a:solidFill>
                            <a:schemeClr val="tx1"/>
                          </a:solidFill>
                          <a:effectLst/>
                          <a:latin typeface="Poppins" panose="00000500000000000000"/>
                          <a:ea typeface="+mn-ea"/>
                          <a:cs typeface="+mn-cs"/>
                        </a:rPr>
                        <a:t>Administrateur d’agence</a:t>
                      </a:r>
                      <a:endParaRPr lang="fr-FR" sz="1800" b="0" strike="noStrike" spc="-1" dirty="0">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a:lnSpc>
                          <a:spcPct val="100000"/>
                        </a:lnSpc>
                      </a:pPr>
                      <a:r>
                        <a:rPr lang="fr-FR" sz="1800" b="0" strike="noStrike" spc="-1" dirty="0">
                          <a:solidFill>
                            <a:srgbClr val="000000"/>
                          </a:solidFill>
                          <a:latin typeface="Poppins" panose="00000500000000000000"/>
                          <a:ea typeface="DejaVu Sans"/>
                        </a:rPr>
                        <a:t>M’authentifier</a:t>
                      </a:r>
                      <a:endParaRPr lang="fr-FR" sz="1800" b="0" strike="noStrike" spc="-1" dirty="0">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a:lnSpc>
                          <a:spcPct val="100000"/>
                        </a:lnSpc>
                      </a:pPr>
                      <a:r>
                        <a:rPr lang="fr-FR" sz="1800" kern="1200" dirty="0" smtClean="0">
                          <a:solidFill>
                            <a:schemeClr val="tx1"/>
                          </a:solidFill>
                          <a:effectLst/>
                          <a:latin typeface="Poppins" panose="00000500000000000000"/>
                          <a:ea typeface="+mn-ea"/>
                          <a:cs typeface="+mn-cs"/>
                        </a:rPr>
                        <a:t>Gérer publication, gérer visite et réservation</a:t>
                      </a:r>
                      <a:endParaRPr lang="fr-FR" sz="1800" b="0" strike="noStrike" spc="-1" dirty="0">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noFill/>
                  </a:tcPr>
                </a:tc>
                <a:extLst>
                  <a:ext uri="{0D108BD9-81ED-4DB2-BD59-A6C34878D82A}">
                    <a16:rowId xmlns:a16="http://schemas.microsoft.com/office/drawing/2014/main" val="10002"/>
                  </a:ext>
                </a:extLst>
              </a:tr>
              <a:tr h="923760">
                <a:tc>
                  <a:txBody>
                    <a:bodyPr/>
                    <a:lstStyle/>
                    <a:p>
                      <a:pPr>
                        <a:lnSpc>
                          <a:spcPct val="100000"/>
                        </a:lnSpc>
                      </a:pPr>
                      <a:r>
                        <a:rPr lang="fr-FR" sz="1800" b="0" strike="noStrike" spc="-1">
                          <a:solidFill>
                            <a:srgbClr val="000000"/>
                          </a:solidFill>
                          <a:latin typeface="Poppins" panose="00000500000000000000"/>
                          <a:ea typeface="DejaVu Sans"/>
                        </a:rPr>
                        <a:t>3</a:t>
                      </a:r>
                      <a:endParaRPr lang="fr-FR" sz="1800" b="0" strike="noStrike" spc="-1">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a:lnSpc>
                          <a:spcPct val="100000"/>
                        </a:lnSpc>
                      </a:pPr>
                      <a:r>
                        <a:rPr lang="fr-FR" sz="1800" b="0" strike="noStrike" spc="-1" dirty="0" smtClean="0">
                          <a:solidFill>
                            <a:srgbClr val="000000"/>
                          </a:solidFill>
                          <a:latin typeface="Poppins" panose="00000500000000000000"/>
                          <a:ea typeface="DejaVu Sans"/>
                        </a:rPr>
                        <a:t>Agent</a:t>
                      </a:r>
                      <a:endParaRPr lang="fr-FR" sz="1800" b="0" strike="noStrike" spc="-1" dirty="0">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a:lnSpc>
                          <a:spcPct val="100000"/>
                        </a:lnSpc>
                      </a:pPr>
                      <a:r>
                        <a:rPr lang="fr-FR" sz="1800" b="0" strike="noStrike" spc="-1" dirty="0" smtClean="0">
                          <a:solidFill>
                            <a:srgbClr val="000000"/>
                          </a:solidFill>
                          <a:latin typeface="Poppins" panose="00000500000000000000"/>
                          <a:ea typeface="DejaVu Sans"/>
                        </a:rPr>
                        <a:t>M’authentifier</a:t>
                      </a:r>
                      <a:endParaRPr lang="fr-FR" sz="1800" b="0" strike="noStrike" spc="-1" dirty="0">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a:lnSpc>
                          <a:spcPct val="100000"/>
                        </a:lnSpc>
                      </a:pPr>
                      <a:r>
                        <a:rPr lang="fr-FR" sz="1800" kern="1200" dirty="0" smtClean="0">
                          <a:solidFill>
                            <a:schemeClr val="tx1"/>
                          </a:solidFill>
                          <a:effectLst/>
                          <a:latin typeface="Poppins" panose="00000500000000000000"/>
                          <a:ea typeface="+mn-ea"/>
                          <a:cs typeface="+mn-cs"/>
                        </a:rPr>
                        <a:t>Ajouter des propriétés, consulter visite à faire</a:t>
                      </a:r>
                      <a:endParaRPr lang="fr-FR" sz="1800" b="0" strike="noStrike" spc="-1" dirty="0">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noFill/>
                  </a:tcPr>
                </a:tc>
                <a:extLst>
                  <a:ext uri="{0D108BD9-81ED-4DB2-BD59-A6C34878D82A}">
                    <a16:rowId xmlns:a16="http://schemas.microsoft.com/office/drawing/2014/main" val="10003"/>
                  </a:ext>
                </a:extLst>
              </a:tr>
              <a:tr h="924120">
                <a:tc>
                  <a:txBody>
                    <a:bodyPr/>
                    <a:lstStyle/>
                    <a:p>
                      <a:pPr>
                        <a:lnSpc>
                          <a:spcPct val="100000"/>
                        </a:lnSpc>
                      </a:pPr>
                      <a:r>
                        <a:rPr lang="fr-FR" sz="1800" b="0" strike="noStrike" spc="-1">
                          <a:solidFill>
                            <a:srgbClr val="000000"/>
                          </a:solidFill>
                          <a:latin typeface="Poppins" panose="00000500000000000000"/>
                          <a:ea typeface="DejaVu Sans"/>
                        </a:rPr>
                        <a:t>4</a:t>
                      </a:r>
                      <a:endParaRPr lang="fr-FR" sz="1800" b="0" strike="noStrike" spc="-1">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a:lnSpc>
                          <a:spcPct val="100000"/>
                        </a:lnSpc>
                      </a:pPr>
                      <a:r>
                        <a:rPr lang="fr-FR" sz="1800" b="0" strike="noStrike" spc="-1" dirty="0" smtClean="0">
                          <a:solidFill>
                            <a:srgbClr val="000000"/>
                          </a:solidFill>
                          <a:latin typeface="Poppins" panose="00000500000000000000"/>
                          <a:ea typeface="DejaVu Sans"/>
                        </a:rPr>
                        <a:t>Client</a:t>
                      </a:r>
                      <a:endParaRPr lang="fr-FR" sz="1800" b="0" strike="noStrike" spc="-1" dirty="0">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a:lnSpc>
                          <a:spcPct val="100000"/>
                        </a:lnSpc>
                      </a:pPr>
                      <a:r>
                        <a:rPr lang="fr-FR" sz="1800" b="0" strike="noStrike" spc="-1" dirty="0" smtClean="0">
                          <a:solidFill>
                            <a:srgbClr val="000000"/>
                          </a:solidFill>
                          <a:latin typeface="Poppins" panose="00000500000000000000"/>
                          <a:ea typeface="DejaVu Sans"/>
                        </a:rPr>
                        <a:t>M’authentifier</a:t>
                      </a:r>
                      <a:endParaRPr lang="fr-FR" sz="1800" b="0" strike="noStrike" spc="-1" dirty="0">
                        <a:latin typeface="Poppins" panose="00000500000000000000"/>
                      </a:endParaRPr>
                    </a:p>
                  </a:txBody>
                  <a:tcPr>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lvl="0"/>
                      <a:r>
                        <a:rPr lang="fr-FR" sz="1800" kern="1200" dirty="0" smtClean="0">
                          <a:solidFill>
                            <a:schemeClr val="tx1"/>
                          </a:solidFill>
                          <a:effectLst/>
                          <a:latin typeface="Poppins" panose="00000500000000000000"/>
                          <a:ea typeface="+mn-ea"/>
                          <a:cs typeface="+mn-cs"/>
                        </a:rPr>
                        <a:t>Demander une visite, réserver une propriété, louer ou acheter une propriété</a:t>
                      </a:r>
                      <a:endParaRPr lang="en-US" sz="1800" kern="1200" dirty="0">
                        <a:solidFill>
                          <a:schemeClr val="tx1"/>
                        </a:solidFill>
                        <a:effectLst/>
                        <a:latin typeface="Poppins" panose="00000500000000000000"/>
                        <a:ea typeface="+mn-ea"/>
                        <a:cs typeface="+mn-cs"/>
                      </a:endParaRPr>
                    </a:p>
                  </a:txBody>
                  <a:tcPr>
                    <a:lnL w="6480">
                      <a:solidFill>
                        <a:srgbClr val="EC008C"/>
                      </a:solidFill>
                    </a:lnL>
                    <a:lnR w="6480">
                      <a:solidFill>
                        <a:srgbClr val="EC008C"/>
                      </a:solidFill>
                    </a:lnR>
                    <a:lnT w="6480">
                      <a:solidFill>
                        <a:srgbClr val="EC008C"/>
                      </a:solidFill>
                    </a:lnT>
                    <a:lnB w="6480">
                      <a:solidFill>
                        <a:srgbClr val="EC008C"/>
                      </a:solidFill>
                    </a:lnB>
                    <a:noFill/>
                  </a:tcPr>
                </a:tc>
                <a:extLst>
                  <a:ext uri="{0D108BD9-81ED-4DB2-BD59-A6C34878D82A}">
                    <a16:rowId xmlns:a16="http://schemas.microsoft.com/office/drawing/2014/main" val="10004"/>
                  </a:ext>
                </a:extLst>
              </a:tr>
            </a:tbl>
          </a:graphicData>
        </a:graphic>
      </p:graphicFrame>
      <p:sp>
        <p:nvSpPr>
          <p:cNvPr id="5" name="Google Shape;493;p41"/>
          <p:cNvSpPr txBox="1">
            <a:spLocks noGrp="1"/>
          </p:cNvSpPr>
          <p:nvPr>
            <p:ph type="title"/>
          </p:nvPr>
        </p:nvSpPr>
        <p:spPr>
          <a:xfrm>
            <a:off x="1518225" y="586450"/>
            <a:ext cx="7682400" cy="467100"/>
          </a:xfrm>
          <a:prstGeom prst="rect">
            <a:avLst/>
          </a:prstGeom>
        </p:spPr>
        <p:txBody>
          <a:bodyPr spcFirstLastPara="1" wrap="square" lIns="0" tIns="0" rIns="0" bIns="0" anchor="t" anchorCtr="0">
            <a:noAutofit/>
          </a:bodyPr>
          <a:lstStyle/>
          <a:p>
            <a:pPr algn="ctr"/>
            <a:r>
              <a:rPr lang="fr-FR" sz="4000" b="1" dirty="0" smtClean="0">
                <a:solidFill>
                  <a:schemeClr val="accent1">
                    <a:lumMod val="50000"/>
                  </a:schemeClr>
                </a:solidFill>
                <a:latin typeface="Poppins" panose="00000500000000000000"/>
              </a:rPr>
              <a:t>User story</a:t>
            </a:r>
            <a:endParaRPr lang="fr-FR" sz="4000" b="1" dirty="0">
              <a:solidFill>
                <a:schemeClr val="accent1">
                  <a:lumMod val="50000"/>
                </a:schemeClr>
              </a:solidFill>
              <a:latin typeface="Poppins" panose="00000500000000000000"/>
            </a:endParaRPr>
          </a:p>
        </p:txBody>
      </p:sp>
    </p:spTree>
    <p:extLst>
      <p:ext uri="{BB962C8B-B14F-4D97-AF65-F5344CB8AC3E}">
        <p14:creationId xmlns:p14="http://schemas.microsoft.com/office/powerpoint/2010/main" val="41456916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graphicFrame>
        <p:nvGraphicFramePr>
          <p:cNvPr id="3" name="Table 3"/>
          <p:cNvGraphicFramePr/>
          <p:nvPr>
            <p:extLst>
              <p:ext uri="{D42A27DB-BD31-4B8C-83A1-F6EECF244321}">
                <p14:modId xmlns:p14="http://schemas.microsoft.com/office/powerpoint/2010/main" val="529546744"/>
              </p:ext>
            </p:extLst>
          </p:nvPr>
        </p:nvGraphicFramePr>
        <p:xfrm>
          <a:off x="885967" y="1740985"/>
          <a:ext cx="10058041" cy="4838234"/>
        </p:xfrm>
        <a:graphic>
          <a:graphicData uri="http://schemas.openxmlformats.org/drawingml/2006/table">
            <a:tbl>
              <a:tblPr/>
              <a:tblGrid>
                <a:gridCol w="965135">
                  <a:extLst>
                    <a:ext uri="{9D8B030D-6E8A-4147-A177-3AD203B41FA5}">
                      <a16:colId xmlns:a16="http://schemas.microsoft.com/office/drawing/2014/main" val="20000"/>
                    </a:ext>
                  </a:extLst>
                </a:gridCol>
                <a:gridCol w="1694986">
                  <a:extLst>
                    <a:ext uri="{9D8B030D-6E8A-4147-A177-3AD203B41FA5}">
                      <a16:colId xmlns:a16="http://schemas.microsoft.com/office/drawing/2014/main" val="20001"/>
                    </a:ext>
                  </a:extLst>
                </a:gridCol>
                <a:gridCol w="1159727">
                  <a:extLst>
                    <a:ext uri="{9D8B030D-6E8A-4147-A177-3AD203B41FA5}">
                      <a16:colId xmlns:a16="http://schemas.microsoft.com/office/drawing/2014/main" val="20002"/>
                    </a:ext>
                  </a:extLst>
                </a:gridCol>
                <a:gridCol w="1449658">
                  <a:extLst>
                    <a:ext uri="{9D8B030D-6E8A-4147-A177-3AD203B41FA5}">
                      <a16:colId xmlns:a16="http://schemas.microsoft.com/office/drawing/2014/main" val="20003"/>
                    </a:ext>
                  </a:extLst>
                </a:gridCol>
                <a:gridCol w="4788535">
                  <a:extLst>
                    <a:ext uri="{9D8B030D-6E8A-4147-A177-3AD203B41FA5}">
                      <a16:colId xmlns:a16="http://schemas.microsoft.com/office/drawing/2014/main" val="1864545270"/>
                    </a:ext>
                  </a:extLst>
                </a:gridCol>
              </a:tblGrid>
              <a:tr h="836366">
                <a:tc>
                  <a:txBody>
                    <a:bodyPr/>
                    <a:lstStyle/>
                    <a:p>
                      <a:pPr marL="415925" indent="-6350" algn="l">
                        <a:lnSpc>
                          <a:spcPct val="107000"/>
                        </a:lnSpc>
                        <a:spcAft>
                          <a:spcPts val="1375"/>
                        </a:spcAft>
                      </a:pPr>
                      <a:r>
                        <a:rPr lang="fr-FR" sz="14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Item</a:t>
                      </a:r>
                      <a:endParaRPr lang="en-US" sz="14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415925" indent="-6350" algn="l">
                        <a:lnSpc>
                          <a:spcPct val="107000"/>
                        </a:lnSpc>
                        <a:spcAft>
                          <a:spcPts val="1375"/>
                        </a:spcAft>
                      </a:pPr>
                      <a:r>
                        <a:rPr lang="fr-FR" sz="14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Titre</a:t>
                      </a:r>
                      <a:endParaRPr lang="en-US" sz="14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6480">
                      <a:solidFill>
                        <a:srgbClr val="EC008C"/>
                      </a:solidFill>
                    </a:lnR>
                    <a:lnT w="6480">
                      <a:solidFill>
                        <a:srgbClr val="EC008C"/>
                      </a:solidFill>
                    </a:lnT>
                    <a:lnB w="6480" cap="flat" cmpd="sng" algn="ctr">
                      <a:solidFill>
                        <a:srgbClr val="EC008C"/>
                      </a:solidFill>
                      <a:prstDash val="solid"/>
                      <a:round/>
                      <a:headEnd type="none" w="med" len="med"/>
                      <a:tailEnd type="none" w="med" len="med"/>
                    </a:lnB>
                    <a:solidFill>
                      <a:schemeClr val="accent1">
                        <a:lumMod val="75000"/>
                      </a:schemeClr>
                    </a:solidFill>
                  </a:tcPr>
                </a:tc>
                <a:tc>
                  <a:txBody>
                    <a:bodyPr/>
                    <a:lstStyle/>
                    <a:p>
                      <a:pPr marL="0" indent="0" algn="l">
                        <a:lnSpc>
                          <a:spcPct val="107000"/>
                        </a:lnSpc>
                        <a:spcAft>
                          <a:spcPts val="1375"/>
                        </a:spcAft>
                      </a:pPr>
                      <a:r>
                        <a:rPr lang="fr-FR" sz="14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Importance</a:t>
                      </a:r>
                      <a:endParaRPr lang="en-US" sz="14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a:solidFill>
                        <a:srgbClr val="EC008C"/>
                      </a:solidFill>
                    </a:lnT>
                    <a:lnB w="6480" cap="flat" cmpd="sng" algn="ctr">
                      <a:solidFill>
                        <a:srgbClr val="EC008C"/>
                      </a:solidFill>
                      <a:prstDash val="solid"/>
                      <a:round/>
                      <a:headEnd type="none" w="med" len="med"/>
                      <a:tailEnd type="none" w="med" len="med"/>
                    </a:lnB>
                    <a:solidFill>
                      <a:schemeClr val="accent1">
                        <a:lumMod val="75000"/>
                      </a:schemeClr>
                    </a:solidFill>
                  </a:tcPr>
                </a:tc>
                <a:tc>
                  <a:txBody>
                    <a:bodyPr/>
                    <a:lstStyle/>
                    <a:p>
                      <a:pPr marL="415925" indent="-6350" algn="l">
                        <a:lnSpc>
                          <a:spcPct val="107000"/>
                        </a:lnSpc>
                        <a:spcAft>
                          <a:spcPts val="1375"/>
                        </a:spcAft>
                      </a:pPr>
                      <a:r>
                        <a:rPr lang="fr-FR" sz="14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Estimation (en jour)</a:t>
                      </a:r>
                      <a:endParaRPr lang="en-US" sz="14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cap="flat" cmpd="sng" algn="ctr">
                      <a:solidFill>
                        <a:srgbClr val="EC008C"/>
                      </a:solidFill>
                      <a:prstDash val="solid"/>
                      <a:round/>
                      <a:headEnd type="none" w="med" len="med"/>
                      <a:tailEnd type="none" w="med" len="med"/>
                    </a:lnR>
                    <a:lnT w="6480">
                      <a:solidFill>
                        <a:srgbClr val="EC008C"/>
                      </a:solidFill>
                    </a:lnT>
                    <a:lnB w="6480" cap="flat" cmpd="sng" algn="ctr">
                      <a:solidFill>
                        <a:srgbClr val="EC008C"/>
                      </a:solidFill>
                      <a:prstDash val="solid"/>
                      <a:round/>
                      <a:headEnd type="none" w="med" len="med"/>
                      <a:tailEnd type="none" w="med" len="med"/>
                    </a:lnB>
                    <a:solidFill>
                      <a:schemeClr val="accent1">
                        <a:lumMod val="75000"/>
                      </a:schemeClr>
                    </a:solidFill>
                  </a:tcPr>
                </a:tc>
                <a:tc>
                  <a:txBody>
                    <a:bodyPr/>
                    <a:lstStyle/>
                    <a:p>
                      <a:pPr marL="415925" indent="-6350" algn="l">
                        <a:lnSpc>
                          <a:spcPct val="107000"/>
                        </a:lnSpc>
                        <a:spcAft>
                          <a:spcPts val="1375"/>
                        </a:spcAft>
                      </a:pPr>
                      <a:r>
                        <a:rPr lang="fr-FR" sz="14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Démonstration de fonctionnalité</a:t>
                      </a:r>
                      <a:endParaRPr lang="en-US" sz="14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a:solidFill>
                        <a:srgbClr val="EC008C"/>
                      </a:solidFill>
                    </a:lnT>
                    <a:lnB w="6480" cap="flat" cmpd="sng" algn="ctr">
                      <a:solidFill>
                        <a:srgbClr val="EC008C"/>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509197">
                <a:tc>
                  <a:txBody>
                    <a:bodyPr/>
                    <a:lstStyle/>
                    <a:p>
                      <a:pPr marL="415925" indent="-6350" algn="ctr">
                        <a:lnSpc>
                          <a:spcPct val="107000"/>
                        </a:lnSpc>
                        <a:spcAft>
                          <a:spcPts val="1375"/>
                        </a:spcAft>
                      </a:pPr>
                      <a:r>
                        <a:rPr lang="fr-FR"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12700" cap="flat" cmpd="sng" algn="ctr">
                      <a:noFill/>
                      <a:prstDash val="solid"/>
                      <a:round/>
                      <a:headEnd type="none" w="med" len="med"/>
                      <a:tailEnd type="none" w="med" len="med"/>
                    </a:lnT>
                    <a:lnB w="6480" cap="flat" cmpd="sng" algn="ctr">
                      <a:solidFill>
                        <a:srgbClr val="EC008C"/>
                      </a:solidFill>
                      <a:prstDash val="solid"/>
                      <a:round/>
                      <a:headEnd type="none" w="med" len="med"/>
                      <a:tailEnd type="none" w="med" len="med"/>
                    </a:lnB>
                    <a:noFill/>
                  </a:tcPr>
                </a:tc>
                <a:tc>
                  <a:txBody>
                    <a:bodyPr/>
                    <a:lstStyle/>
                    <a:p>
                      <a:pPr marL="415925" indent="-6350" algn="just">
                        <a:lnSpc>
                          <a:spcPct val="107000"/>
                        </a:lnSpc>
                        <a:spcAft>
                          <a:spcPts val="1375"/>
                        </a:spcAft>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Gérer compte utilisateur</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a:solidFill>
                        <a:srgbClr val="EC008C"/>
                      </a:solidFill>
                    </a:lnT>
                    <a:lnB w="6480" cap="flat" cmpd="sng" algn="ctr">
                      <a:solidFill>
                        <a:srgbClr val="EC008C"/>
                      </a:solidFill>
                      <a:prstDash val="solid"/>
                      <a:round/>
                      <a:headEnd type="none" w="med" len="med"/>
                      <a:tailEnd type="none" w="med" len="med"/>
                    </a:lnB>
                    <a:noFill/>
                  </a:tcPr>
                </a:tc>
                <a:tc>
                  <a:txBody>
                    <a:bodyPr/>
                    <a:lstStyle/>
                    <a:p>
                      <a:pPr marL="415925" indent="-6350" algn="ctr">
                        <a:lnSpc>
                          <a:spcPct val="107000"/>
                        </a:lnSpc>
                        <a:spcAft>
                          <a:spcPts val="1375"/>
                        </a:spcAft>
                      </a:pPr>
                      <a:r>
                        <a:rPr lang="fr-FR"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a:solidFill>
                        <a:srgbClr val="EC008C"/>
                      </a:solidFill>
                    </a:lnT>
                    <a:lnB w="6480" cap="flat" cmpd="sng" algn="ctr">
                      <a:solidFill>
                        <a:srgbClr val="EC008C"/>
                      </a:solidFill>
                      <a:prstDash val="solid"/>
                      <a:round/>
                      <a:headEnd type="none" w="med" len="med"/>
                      <a:tailEnd type="none" w="med" len="med"/>
                    </a:lnB>
                    <a:noFill/>
                  </a:tcPr>
                </a:tc>
                <a:tc>
                  <a:txBody>
                    <a:bodyPr/>
                    <a:lstStyle/>
                    <a:p>
                      <a:pPr marL="415925" indent="-6350" algn="ctr">
                        <a:lnSpc>
                          <a:spcPct val="107000"/>
                        </a:lnSpc>
                        <a:spcAft>
                          <a:spcPts val="1375"/>
                        </a:spcAft>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40</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cap="flat" cmpd="sng" algn="ctr">
                      <a:solidFill>
                        <a:srgbClr val="EC008C"/>
                      </a:solidFill>
                      <a:prstDash val="solid"/>
                      <a:round/>
                      <a:headEnd type="none" w="med" len="med"/>
                      <a:tailEnd type="none" w="med" len="med"/>
                    </a:lnR>
                    <a:lnT w="6480">
                      <a:solidFill>
                        <a:srgbClr val="EC008C"/>
                      </a:solidFill>
                    </a:lnT>
                    <a:lnB w="6480" cap="flat" cmpd="sng" algn="ctr">
                      <a:solidFill>
                        <a:srgbClr val="EC008C"/>
                      </a:solidFill>
                      <a:prstDash val="solid"/>
                      <a:round/>
                      <a:headEnd type="none" w="med" len="med"/>
                      <a:tailEnd type="none" w="med" len="med"/>
                    </a:lnB>
                    <a:noFill/>
                  </a:tcPr>
                </a:tc>
                <a:tc>
                  <a:txBody>
                    <a:bodyPr/>
                    <a:lstStyle/>
                    <a:p>
                      <a:pPr marL="342900" lvl="0" indent="-342900" algn="ctr">
                        <a:lnSpc>
                          <a:spcPct val="107000"/>
                        </a:lnSpc>
                        <a:spcAft>
                          <a:spcPts val="1375"/>
                        </a:spcAft>
                        <a:buFont typeface="Times New Roman" panose="02020603050405020304" pitchFamily="18" charset="0"/>
                        <a:buChar char="-"/>
                      </a:pPr>
                      <a:r>
                        <a:rPr lang="fr-FR"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Développer l’interface pour la créer du compte client et tester avec l’API</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cap="flat" cmpd="sng" algn="ctr">
                      <a:solidFill>
                        <a:srgbClr val="EC008C"/>
                      </a:solidFill>
                      <a:prstDash val="solid"/>
                      <a:round/>
                      <a:headEnd type="none" w="med" len="med"/>
                      <a:tailEnd type="none" w="med" len="med"/>
                    </a:lnT>
                    <a:lnB w="6480" cap="flat" cmpd="sng" algn="ctr">
                      <a:solidFill>
                        <a:srgbClr val="EC008C"/>
                      </a:solidFill>
                      <a:prstDash val="solid"/>
                      <a:round/>
                      <a:headEnd type="none" w="med" len="med"/>
                      <a:tailEnd type="none" w="med" len="med"/>
                    </a:lnB>
                    <a:noFill/>
                  </a:tcPr>
                </a:tc>
                <a:extLst>
                  <a:ext uri="{0D108BD9-81ED-4DB2-BD59-A6C34878D82A}">
                    <a16:rowId xmlns:a16="http://schemas.microsoft.com/office/drawing/2014/main" val="10001"/>
                  </a:ext>
                </a:extLst>
              </a:tr>
              <a:tr h="419512">
                <a:tc>
                  <a:txBody>
                    <a:bodyPr/>
                    <a:lstStyle/>
                    <a:p>
                      <a:pPr marL="415925" indent="-6350" algn="ctr">
                        <a:lnSpc>
                          <a:spcPct val="107000"/>
                        </a:lnSpc>
                        <a:spcAft>
                          <a:spcPts val="1375"/>
                        </a:spcAft>
                      </a:pPr>
                      <a:r>
                        <a:rPr lang="fr-FR"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cap="flat" cmpd="sng" algn="ctr">
                      <a:solidFill>
                        <a:srgbClr val="EC008C"/>
                      </a:solidFill>
                      <a:prstDash val="solid"/>
                      <a:round/>
                      <a:headEnd type="none" w="med" len="med"/>
                      <a:tailEnd type="none" w="med" len="med"/>
                    </a:lnT>
                    <a:lnB w="6480">
                      <a:solidFill>
                        <a:srgbClr val="EC008C"/>
                      </a:solidFill>
                    </a:lnB>
                    <a:noFill/>
                  </a:tcPr>
                </a:tc>
                <a:tc>
                  <a:txBody>
                    <a:bodyPr/>
                    <a:lstStyle/>
                    <a:p>
                      <a:pPr marL="415925" indent="-6350" algn="just">
                        <a:lnSpc>
                          <a:spcPct val="107000"/>
                        </a:lnSpc>
                        <a:spcAft>
                          <a:spcPts val="1375"/>
                        </a:spcAft>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Gérer propriété</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cap="flat" cmpd="sng" algn="ctr">
                      <a:solidFill>
                        <a:srgbClr val="EC008C"/>
                      </a:solidFill>
                      <a:prstDash val="solid"/>
                      <a:round/>
                      <a:headEnd type="none" w="med" len="med"/>
                      <a:tailEnd type="none" w="med" len="med"/>
                    </a:lnT>
                    <a:lnB w="6480">
                      <a:solidFill>
                        <a:srgbClr val="EC008C"/>
                      </a:solidFill>
                    </a:lnB>
                    <a:noFill/>
                  </a:tcPr>
                </a:tc>
                <a:tc>
                  <a:txBody>
                    <a:bodyPr/>
                    <a:lstStyle/>
                    <a:p>
                      <a:pPr marL="415925" indent="-6350" algn="ctr">
                        <a:lnSpc>
                          <a:spcPct val="107000"/>
                        </a:lnSpc>
                        <a:spcAft>
                          <a:spcPts val="1375"/>
                        </a:spcAft>
                      </a:pPr>
                      <a:r>
                        <a:rPr lang="fr-FR"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23</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cap="flat" cmpd="sng" algn="ctr">
                      <a:solidFill>
                        <a:srgbClr val="EC008C"/>
                      </a:solidFill>
                      <a:prstDash val="solid"/>
                      <a:round/>
                      <a:headEnd type="none" w="med" len="med"/>
                      <a:tailEnd type="none" w="med" len="med"/>
                    </a:lnT>
                    <a:lnB w="6480">
                      <a:solidFill>
                        <a:srgbClr val="EC008C"/>
                      </a:solidFill>
                    </a:lnB>
                    <a:noFill/>
                  </a:tcPr>
                </a:tc>
                <a:tc>
                  <a:txBody>
                    <a:bodyPr/>
                    <a:lstStyle/>
                    <a:p>
                      <a:pPr marL="415925" indent="-6350" algn="ctr">
                        <a:lnSpc>
                          <a:spcPct val="107000"/>
                        </a:lnSpc>
                        <a:spcAft>
                          <a:spcPts val="1375"/>
                        </a:spcAft>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19</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cap="flat" cmpd="sng" algn="ctr">
                      <a:solidFill>
                        <a:srgbClr val="EC008C"/>
                      </a:solidFill>
                      <a:prstDash val="solid"/>
                      <a:round/>
                      <a:headEnd type="none" w="med" len="med"/>
                      <a:tailEnd type="none" w="med" len="med"/>
                    </a:lnR>
                    <a:lnT w="6480" cap="flat" cmpd="sng" algn="ctr">
                      <a:solidFill>
                        <a:srgbClr val="EC008C"/>
                      </a:solidFill>
                      <a:prstDash val="solid"/>
                      <a:round/>
                      <a:headEnd type="none" w="med" len="med"/>
                      <a:tailEnd type="none" w="med" len="med"/>
                    </a:lnT>
                    <a:lnB w="6480">
                      <a:solidFill>
                        <a:srgbClr val="EC008C"/>
                      </a:solidFill>
                    </a:lnB>
                    <a:noFill/>
                  </a:tcPr>
                </a:tc>
                <a:tc>
                  <a:txBody>
                    <a:bodyPr/>
                    <a:lstStyle/>
                    <a:p>
                      <a:pPr marL="342900" lvl="0" indent="-342900" algn="just">
                        <a:lnSpc>
                          <a:spcPct val="107000"/>
                        </a:lnSpc>
                        <a:spcAft>
                          <a:spcPts val="1375"/>
                        </a:spcAft>
                        <a:buFont typeface="Times New Roman" panose="02020603050405020304" pitchFamily="18" charset="0"/>
                        <a:buChar char="-"/>
                      </a:pPr>
                      <a:r>
                        <a:rPr lang="fr-FR"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Développer l’API et l’interface pour afficher chaque type de compte</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cap="flat" cmpd="sng" algn="ctr">
                      <a:solidFill>
                        <a:srgbClr val="EC008C"/>
                      </a:solidFill>
                      <a:prstDash val="solid"/>
                      <a:round/>
                      <a:headEnd type="none" w="med" len="med"/>
                      <a:tailEnd type="none" w="med" len="med"/>
                    </a:lnT>
                    <a:lnB w="6480" cap="flat" cmpd="sng" algn="ctr">
                      <a:solidFill>
                        <a:srgbClr val="EC008C"/>
                      </a:solidFill>
                      <a:prstDash val="solid"/>
                      <a:round/>
                      <a:headEnd type="none" w="med" len="med"/>
                      <a:tailEnd type="none" w="med" len="med"/>
                    </a:lnB>
                    <a:noFill/>
                  </a:tcPr>
                </a:tc>
                <a:extLst>
                  <a:ext uri="{0D108BD9-81ED-4DB2-BD59-A6C34878D82A}">
                    <a16:rowId xmlns:a16="http://schemas.microsoft.com/office/drawing/2014/main" val="10002"/>
                  </a:ext>
                </a:extLst>
              </a:tr>
              <a:tr h="1969972">
                <a:tc>
                  <a:txBody>
                    <a:bodyPr/>
                    <a:lstStyle/>
                    <a:p>
                      <a:pPr marL="415925" indent="-6350" algn="ctr">
                        <a:lnSpc>
                          <a:spcPct val="107000"/>
                        </a:lnSpc>
                        <a:spcAft>
                          <a:spcPts val="1375"/>
                        </a:spcAft>
                      </a:pPr>
                      <a:r>
                        <a:rPr lang="fr-FR"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marL="415925" indent="-6350" algn="just">
                        <a:lnSpc>
                          <a:spcPct val="107000"/>
                        </a:lnSpc>
                        <a:spcAft>
                          <a:spcPts val="1375"/>
                        </a:spcAft>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Gérer abonnement</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marL="415925" indent="-6350" algn="ctr">
                        <a:lnSpc>
                          <a:spcPct val="107000"/>
                        </a:lnSpc>
                        <a:spcAft>
                          <a:spcPts val="1375"/>
                        </a:spcAft>
                      </a:pPr>
                      <a:r>
                        <a:rPr lang="fr-FR"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marL="415925" indent="-6350" algn="ctr">
                        <a:lnSpc>
                          <a:spcPct val="107000"/>
                        </a:lnSpc>
                        <a:spcAft>
                          <a:spcPts val="1375"/>
                        </a:spcAft>
                      </a:pPr>
                      <a:r>
                        <a:rPr lang="fr-FR"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cap="flat" cmpd="sng" algn="ctr">
                      <a:solidFill>
                        <a:srgbClr val="EC008C"/>
                      </a:solidFill>
                      <a:prstDash val="solid"/>
                      <a:round/>
                      <a:headEnd type="none" w="med" len="med"/>
                      <a:tailEnd type="none" w="med" len="med"/>
                    </a:lnR>
                    <a:lnT w="6480">
                      <a:solidFill>
                        <a:srgbClr val="EC008C"/>
                      </a:solidFill>
                    </a:lnT>
                    <a:lnB w="6480">
                      <a:solidFill>
                        <a:srgbClr val="EC008C"/>
                      </a:solidFill>
                    </a:lnB>
                    <a:noFill/>
                  </a:tcPr>
                </a:tc>
                <a:tc>
                  <a:txBody>
                    <a:bodyPr/>
                    <a:lstStyle/>
                    <a:p>
                      <a:pPr marL="342900" lvl="0" indent="-342900" algn="just">
                        <a:lnSpc>
                          <a:spcPct val="107000"/>
                        </a:lnSpc>
                        <a:spcAft>
                          <a:spcPts val="0"/>
                        </a:spcAft>
                        <a:buFont typeface="Times New Roman" panose="02020603050405020304" pitchFamily="18" charset="0"/>
                        <a:buChar char="-"/>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Développer l’API </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07000"/>
                        </a:lnSpc>
                        <a:spcAft>
                          <a:spcPts val="0"/>
                        </a:spcAft>
                        <a:buFont typeface="Times New Roman" panose="02020603050405020304" pitchFamily="18" charset="0"/>
                        <a:buChar char="-"/>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Développer l’interface pour gérer le type de bien tester et valider</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07000"/>
                        </a:lnSpc>
                        <a:spcAft>
                          <a:spcPts val="0"/>
                        </a:spcAft>
                        <a:buFont typeface="Times New Roman" panose="02020603050405020304" pitchFamily="18" charset="0"/>
                        <a:buChar char="-"/>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Développer l’API </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07000"/>
                        </a:lnSpc>
                        <a:spcAft>
                          <a:spcPts val="0"/>
                        </a:spcAft>
                        <a:buFont typeface="Times New Roman" panose="02020603050405020304" pitchFamily="18" charset="0"/>
                        <a:buChar char="-"/>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Développer l’interface pour gérer la propriété type appartement tester et valider</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07000"/>
                        </a:lnSpc>
                        <a:spcAft>
                          <a:spcPts val="0"/>
                        </a:spcAft>
                        <a:buFont typeface="Times New Roman" panose="02020603050405020304" pitchFamily="18" charset="0"/>
                        <a:buChar char="-"/>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Développer l’API pour gérer la propriété type chambre et tester</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07000"/>
                        </a:lnSpc>
                        <a:spcAft>
                          <a:spcPts val="0"/>
                        </a:spcAft>
                        <a:buFont typeface="Times New Roman" panose="02020603050405020304" pitchFamily="18" charset="0"/>
                        <a:buChar char="-"/>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Développer l’interface pour gérer la propriété type chambre, tester et valider</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07000"/>
                        </a:lnSpc>
                        <a:spcAft>
                          <a:spcPts val="0"/>
                        </a:spcAft>
                        <a:buFont typeface="Times New Roman" panose="02020603050405020304" pitchFamily="18" charset="0"/>
                        <a:buChar char="-"/>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Développer l’API </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07000"/>
                        </a:lnSpc>
                        <a:spcAft>
                          <a:spcPts val="1375"/>
                        </a:spcAft>
                        <a:buFont typeface="Times New Roman" panose="02020603050405020304" pitchFamily="18" charset="0"/>
                        <a:buChar char="-"/>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interface pour gérer la propriété type terrain, tester et valider</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cap="flat" cmpd="sng" algn="ctr">
                      <a:solidFill>
                        <a:srgbClr val="EC008C"/>
                      </a:solidFill>
                      <a:prstDash val="solid"/>
                      <a:round/>
                      <a:headEnd type="none" w="med" len="med"/>
                      <a:tailEnd type="none" w="med" len="med"/>
                    </a:lnT>
                    <a:lnB w="6480" cap="flat" cmpd="sng" algn="ctr">
                      <a:solidFill>
                        <a:srgbClr val="EC008C"/>
                      </a:solidFill>
                      <a:prstDash val="solid"/>
                      <a:round/>
                      <a:headEnd type="none" w="med" len="med"/>
                      <a:tailEnd type="none" w="med" len="med"/>
                    </a:lnB>
                    <a:noFill/>
                  </a:tcPr>
                </a:tc>
                <a:extLst>
                  <a:ext uri="{0D108BD9-81ED-4DB2-BD59-A6C34878D82A}">
                    <a16:rowId xmlns:a16="http://schemas.microsoft.com/office/drawing/2014/main" val="10003"/>
                  </a:ext>
                </a:extLst>
              </a:tr>
              <a:tr h="1103187">
                <a:tc>
                  <a:txBody>
                    <a:bodyPr/>
                    <a:lstStyle/>
                    <a:p>
                      <a:pPr marL="415925" indent="-6350" algn="ctr">
                        <a:lnSpc>
                          <a:spcPct val="107000"/>
                        </a:lnSpc>
                        <a:spcAft>
                          <a:spcPts val="1375"/>
                        </a:spcAft>
                      </a:pPr>
                      <a:r>
                        <a:rPr lang="fr-FR"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marL="415925" indent="-6350" algn="just">
                        <a:lnSpc>
                          <a:spcPct val="107000"/>
                        </a:lnSpc>
                        <a:spcAft>
                          <a:spcPts val="1375"/>
                        </a:spcAft>
                      </a:pPr>
                      <a:r>
                        <a:rPr lang="fr-FR"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Gérer publication</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marL="415925" indent="-6350" algn="ctr">
                        <a:lnSpc>
                          <a:spcPct val="107000"/>
                        </a:lnSpc>
                        <a:spcAft>
                          <a:spcPts val="1375"/>
                        </a:spcAft>
                      </a:pPr>
                      <a:r>
                        <a:rPr lang="fr-FR"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a:t>
                      </a:r>
                      <a:endParaRPr lang="en-US"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a:solidFill>
                        <a:srgbClr val="EC008C"/>
                      </a:solidFill>
                    </a:lnT>
                    <a:lnB w="6480">
                      <a:solidFill>
                        <a:srgbClr val="EC008C"/>
                      </a:solidFill>
                    </a:lnB>
                    <a:noFill/>
                  </a:tcPr>
                </a:tc>
                <a:tc>
                  <a:txBody>
                    <a:bodyPr/>
                    <a:lstStyle/>
                    <a:p>
                      <a:pPr marL="415925" indent="-6350" algn="ctr">
                        <a:lnSpc>
                          <a:spcPct val="107000"/>
                        </a:lnSpc>
                        <a:spcAft>
                          <a:spcPts val="1375"/>
                        </a:spcAft>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14</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cap="flat" cmpd="sng" algn="ctr">
                      <a:solidFill>
                        <a:srgbClr val="EC008C"/>
                      </a:solidFill>
                      <a:prstDash val="solid"/>
                      <a:round/>
                      <a:headEnd type="none" w="med" len="med"/>
                      <a:tailEnd type="none" w="med" len="med"/>
                    </a:lnR>
                    <a:lnT w="6480">
                      <a:solidFill>
                        <a:srgbClr val="EC008C"/>
                      </a:solidFill>
                    </a:lnT>
                    <a:lnB w="6480">
                      <a:solidFill>
                        <a:srgbClr val="EC008C"/>
                      </a:solidFill>
                    </a:lnB>
                    <a:noFill/>
                  </a:tcPr>
                </a:tc>
                <a:tc>
                  <a:txBody>
                    <a:bodyPr/>
                    <a:lstStyle/>
                    <a:p>
                      <a:pPr marL="342900" lvl="0" indent="-342900" algn="just">
                        <a:lnSpc>
                          <a:spcPct val="107000"/>
                        </a:lnSpc>
                        <a:spcAft>
                          <a:spcPts val="0"/>
                        </a:spcAft>
                        <a:buFont typeface="Times New Roman" panose="02020603050405020304" pitchFamily="18" charset="0"/>
                        <a:buChar char="-"/>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Développer l’API pour gérer les types d’abonnement</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07000"/>
                        </a:lnSpc>
                        <a:spcAft>
                          <a:spcPts val="0"/>
                        </a:spcAft>
                        <a:buFont typeface="Times New Roman" panose="02020603050405020304" pitchFamily="18" charset="0"/>
                        <a:buChar char="-"/>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Développer l’interface pour gérer les types d’abonnement, tester et valider</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07000"/>
                        </a:lnSpc>
                        <a:spcAft>
                          <a:spcPts val="0"/>
                        </a:spcAft>
                        <a:buFont typeface="Times New Roman" panose="02020603050405020304" pitchFamily="18" charset="0"/>
                        <a:buChar char="-"/>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Développer l’API pour gérer les abonnées et tester</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07000"/>
                        </a:lnSpc>
                        <a:spcAft>
                          <a:spcPts val="1375"/>
                        </a:spcAft>
                        <a:buFont typeface="Times New Roman" panose="02020603050405020304" pitchFamily="18" charset="0"/>
                        <a:buChar char="-"/>
                      </a:pPr>
                      <a:r>
                        <a:rPr lang="fr-FR"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Développer l’interface pour gérer les abonnées, tester et valider</a:t>
                      </a:r>
                      <a:endPar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6480">
                      <a:solidFill>
                        <a:srgbClr val="EC008C"/>
                      </a:solidFill>
                    </a:lnL>
                    <a:lnR w="6480">
                      <a:solidFill>
                        <a:srgbClr val="EC008C"/>
                      </a:solidFill>
                    </a:lnR>
                    <a:lnT w="6480" cap="flat" cmpd="sng" algn="ctr">
                      <a:solidFill>
                        <a:srgbClr val="EC008C"/>
                      </a:solidFill>
                      <a:prstDash val="solid"/>
                      <a:round/>
                      <a:headEnd type="none" w="med" len="med"/>
                      <a:tailEnd type="none" w="med" len="med"/>
                    </a:lnT>
                    <a:lnB w="6480">
                      <a:solidFill>
                        <a:srgbClr val="EC008C"/>
                      </a:solidFill>
                    </a:lnB>
                    <a:noFill/>
                  </a:tcPr>
                </a:tc>
                <a:extLst>
                  <a:ext uri="{0D108BD9-81ED-4DB2-BD59-A6C34878D82A}">
                    <a16:rowId xmlns:a16="http://schemas.microsoft.com/office/drawing/2014/main" val="10004"/>
                  </a:ext>
                </a:extLst>
              </a:tr>
            </a:tbl>
          </a:graphicData>
        </a:graphic>
      </p:graphicFrame>
      <p:sp>
        <p:nvSpPr>
          <p:cNvPr id="5" name="Google Shape;493;p41"/>
          <p:cNvSpPr txBox="1">
            <a:spLocks noGrp="1"/>
          </p:cNvSpPr>
          <p:nvPr>
            <p:ph type="title"/>
          </p:nvPr>
        </p:nvSpPr>
        <p:spPr>
          <a:xfrm>
            <a:off x="1518225" y="586450"/>
            <a:ext cx="7682400" cy="467100"/>
          </a:xfrm>
          <a:prstGeom prst="rect">
            <a:avLst/>
          </a:prstGeom>
        </p:spPr>
        <p:txBody>
          <a:bodyPr spcFirstLastPara="1" wrap="square" lIns="0" tIns="0" rIns="0" bIns="0" anchor="t" anchorCtr="0">
            <a:noAutofit/>
          </a:bodyPr>
          <a:lstStyle/>
          <a:p>
            <a:pPr algn="ctr"/>
            <a:r>
              <a:rPr lang="fr-FR" sz="4000" b="1" dirty="0" smtClean="0">
                <a:solidFill>
                  <a:schemeClr val="accent1">
                    <a:lumMod val="50000"/>
                  </a:schemeClr>
                </a:solidFill>
                <a:latin typeface="Poppins" panose="00000500000000000000"/>
              </a:rPr>
              <a:t>Product Backlog</a:t>
            </a:r>
            <a:endParaRPr lang="fr-FR" sz="4000" b="1" dirty="0">
              <a:solidFill>
                <a:schemeClr val="accent1">
                  <a:lumMod val="50000"/>
                </a:schemeClr>
              </a:solidFill>
              <a:latin typeface="Poppins" panose="00000500000000000000"/>
            </a:endParaRPr>
          </a:p>
        </p:txBody>
      </p:sp>
    </p:spTree>
    <p:extLst>
      <p:ext uri="{BB962C8B-B14F-4D97-AF65-F5344CB8AC3E}">
        <p14:creationId xmlns:p14="http://schemas.microsoft.com/office/powerpoint/2010/main" val="10297065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pic>
        <p:nvPicPr>
          <p:cNvPr id="2" name="Imag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149" y="1873250"/>
            <a:ext cx="7296675" cy="3898900"/>
          </a:xfrm>
          <a:prstGeom prst="rect">
            <a:avLst/>
          </a:prstGeom>
        </p:spPr>
      </p:pic>
      <p:cxnSp>
        <p:nvCxnSpPr>
          <p:cNvPr id="16" name="Connecteur droit 15"/>
          <p:cNvCxnSpPr/>
          <p:nvPr/>
        </p:nvCxnSpPr>
        <p:spPr>
          <a:xfrm>
            <a:off x="1206500" y="1524000"/>
            <a:ext cx="4508500" cy="2540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Google Shape;493;p41"/>
          <p:cNvSpPr txBox="1">
            <a:spLocks noGrp="1"/>
          </p:cNvSpPr>
          <p:nvPr>
            <p:ph type="title"/>
          </p:nvPr>
        </p:nvSpPr>
        <p:spPr>
          <a:xfrm>
            <a:off x="0" y="497550"/>
            <a:ext cx="7752825" cy="467100"/>
          </a:xfrm>
          <a:prstGeom prst="rect">
            <a:avLst/>
          </a:prstGeom>
        </p:spPr>
        <p:txBody>
          <a:bodyPr spcFirstLastPara="1" wrap="square" lIns="0" tIns="0" rIns="0" bIns="0" anchor="t" anchorCtr="0">
            <a:noAutofit/>
          </a:bodyPr>
          <a:lstStyle/>
          <a:p>
            <a:pPr algn="ctr"/>
            <a:r>
              <a:rPr lang="fr-FR" sz="4000" b="1" dirty="0" smtClean="0">
                <a:solidFill>
                  <a:schemeClr val="accent1">
                    <a:lumMod val="50000"/>
                  </a:schemeClr>
                </a:solidFill>
                <a:latin typeface="Poppins" panose="00000500000000000000"/>
              </a:rPr>
              <a:t>Diagramme de classe globale</a:t>
            </a:r>
            <a:endParaRPr lang="fr-FR" sz="4000" b="1" dirty="0">
              <a:solidFill>
                <a:schemeClr val="accent1">
                  <a:lumMod val="50000"/>
                </a:schemeClr>
              </a:solidFill>
              <a:latin typeface="Poppins" panose="00000500000000000000"/>
            </a:endParaRPr>
          </a:p>
        </p:txBody>
      </p:sp>
    </p:spTree>
    <p:extLst>
      <p:ext uri="{BB962C8B-B14F-4D97-AF65-F5344CB8AC3E}">
        <p14:creationId xmlns:p14="http://schemas.microsoft.com/office/powerpoint/2010/main" val="23787948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6841C51B-F53D-C9F6-6C46-33068AFCCD45}"/>
              </a:ext>
            </a:extLst>
          </p:cNvPr>
          <p:cNvSpPr txBox="1"/>
          <p:nvPr/>
        </p:nvSpPr>
        <p:spPr>
          <a:xfrm>
            <a:off x="1636023" y="2485645"/>
            <a:ext cx="9254227" cy="1631216"/>
          </a:xfrm>
          <a:prstGeom prst="rect">
            <a:avLst/>
          </a:prstGeom>
          <a:noFill/>
        </p:spPr>
        <p:txBody>
          <a:bodyPr wrap="square" rtlCol="0">
            <a:spAutoFit/>
          </a:bodyPr>
          <a:lstStyle/>
          <a:p>
            <a:pPr algn="ctr">
              <a:lnSpc>
                <a:spcPct val="150000"/>
              </a:lnSpc>
            </a:pPr>
            <a:r>
              <a:rPr lang="fr-FR" sz="4000" b="1" dirty="0" smtClean="0">
                <a:solidFill>
                  <a:schemeClr val="accent1">
                    <a:lumMod val="75000"/>
                  </a:schemeClr>
                </a:solidFill>
                <a:latin typeface="Poppins" panose="00000500000000000000" pitchFamily="2" charset="0"/>
                <a:cs typeface="Poppins" panose="00000500000000000000" pitchFamily="2" charset="0"/>
              </a:rPr>
              <a:t>Réalisation et démonstration</a:t>
            </a:r>
            <a:endParaRPr lang="fr-FR" sz="4000" b="1" dirty="0">
              <a:solidFill>
                <a:schemeClr val="accent1">
                  <a:lumMod val="75000"/>
                </a:schemeClr>
              </a:solidFill>
              <a:latin typeface="Poppins" panose="00000500000000000000" pitchFamily="2" charset="0"/>
              <a:cs typeface="Poppins" panose="00000500000000000000" pitchFamily="2" charset="0"/>
            </a:endParaRPr>
          </a:p>
          <a:p>
            <a:endParaRPr lang="fr-FR" sz="4000" b="1" dirty="0">
              <a:solidFill>
                <a:schemeClr val="accent1">
                  <a:lumMod val="75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87647404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6332FC-9AE0-A892-9F80-653679951886}"/>
              </a:ext>
            </a:extLst>
          </p:cNvPr>
          <p:cNvSpPr>
            <a:spLocks noGrp="1"/>
          </p:cNvSpPr>
          <p:nvPr>
            <p:ph type="title"/>
          </p:nvPr>
        </p:nvSpPr>
        <p:spPr>
          <a:xfrm>
            <a:off x="1638300" y="365127"/>
            <a:ext cx="4965700" cy="1325563"/>
          </a:xfrm>
        </p:spPr>
        <p:txBody>
          <a:bodyPr/>
          <a:lstStyle/>
          <a:p>
            <a:pPr algn="ctr"/>
            <a:r>
              <a:rPr lang="fr-FR" b="1" dirty="0" smtClean="0">
                <a:solidFill>
                  <a:srgbClr val="1F4D78"/>
                </a:solidFill>
                <a:latin typeface="Poppins" panose="00000500000000000000" pitchFamily="2" charset="0"/>
                <a:cs typeface="Poppins" panose="00000500000000000000" pitchFamily="2" charset="0"/>
              </a:rPr>
              <a:t>Réalisation</a:t>
            </a:r>
            <a:endParaRPr lang="fr-FR" dirty="0"/>
          </a:p>
        </p:txBody>
      </p:sp>
      <p:sp>
        <p:nvSpPr>
          <p:cNvPr id="3" name="AutoShape 2" descr="https://encrypted-tbn0.gstatic.com/images?q=tbn:ANd9GcTW4rxAQDfvnTvpcScxoaZRT_O7r05fKAJIpWQvOM7S&amp;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Titre 1">
            <a:extLst>
              <a:ext uri="{FF2B5EF4-FFF2-40B4-BE49-F238E27FC236}">
                <a16:creationId xmlns:a16="http://schemas.microsoft.com/office/drawing/2014/main" id="{BE6332FC-9AE0-A892-9F80-653679951886}"/>
              </a:ext>
            </a:extLst>
          </p:cNvPr>
          <p:cNvSpPr txBox="1">
            <a:spLocks/>
          </p:cNvSpPr>
          <p:nvPr/>
        </p:nvSpPr>
        <p:spPr>
          <a:xfrm>
            <a:off x="1541095" y="1243142"/>
            <a:ext cx="6224165" cy="737907"/>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smtClean="0">
                <a:solidFill>
                  <a:srgbClr val="1F4D78"/>
                </a:solidFill>
                <a:latin typeface="Poppins" panose="00000500000000000000" pitchFamily="2" charset="0"/>
                <a:cs typeface="Poppins" panose="00000500000000000000" pitchFamily="2" charset="0"/>
              </a:rPr>
              <a:t>Outils et méthodes utilisés</a:t>
            </a:r>
            <a:endParaRPr lang="fr-FR" sz="2800" dirty="0"/>
          </a:p>
        </p:txBody>
      </p:sp>
      <p:cxnSp>
        <p:nvCxnSpPr>
          <p:cNvPr id="24" name="Connecteur droit 23"/>
          <p:cNvCxnSpPr/>
          <p:nvPr/>
        </p:nvCxnSpPr>
        <p:spPr>
          <a:xfrm>
            <a:off x="964960" y="1294794"/>
            <a:ext cx="6673540"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nvGrpSpPr>
          <p:cNvPr id="9" name="Groupe 8"/>
          <p:cNvGrpSpPr/>
          <p:nvPr/>
        </p:nvGrpSpPr>
        <p:grpSpPr>
          <a:xfrm>
            <a:off x="2110353" y="2143556"/>
            <a:ext cx="2530346" cy="3855775"/>
            <a:chOff x="2110353" y="2143556"/>
            <a:chExt cx="2530346" cy="3855775"/>
          </a:xfrm>
        </p:grpSpPr>
        <p:pic>
          <p:nvPicPr>
            <p:cNvPr id="16" name="Image 15">
              <a:extLst>
                <a:ext uri="{FF2B5EF4-FFF2-40B4-BE49-F238E27FC236}">
                  <a16:creationId xmlns:a16="http://schemas.microsoft.com/office/drawing/2014/main" id="{77BA84B3-D928-C8CE-5212-D979302ACC55}"/>
                </a:ext>
              </a:extLst>
            </p:cNvPr>
            <p:cNvPicPr>
              <a:picLocks noChangeAspect="1"/>
            </p:cNvPicPr>
            <p:nvPr/>
          </p:nvPicPr>
          <p:blipFill>
            <a:blip r:embed="rId4"/>
            <a:stretch>
              <a:fillRect/>
            </a:stretch>
          </p:blipFill>
          <p:spPr>
            <a:xfrm>
              <a:off x="2471176" y="2580431"/>
              <a:ext cx="726967" cy="739772"/>
            </a:xfrm>
            <a:prstGeom prst="rect">
              <a:avLst/>
            </a:prstGeom>
          </p:spPr>
        </p:pic>
        <p:pic>
          <p:nvPicPr>
            <p:cNvPr id="17" name="Image 16" descr="C:\Users\Avoutra Randriah\AppData\Local\Microsoft\Windows\INetCache\Content.Word\next-js-logo-7929BCD36F-seeklogo.com.png"/>
            <p:cNvPicPr/>
            <p:nvPr/>
          </p:nvPicPr>
          <p:blipFill>
            <a:blip r:embed="rId5">
              <a:extLst>
                <a:ext uri="{28A0092B-C50C-407E-A947-70E740481C1C}">
                  <a14:useLocalDpi xmlns:a14="http://schemas.microsoft.com/office/drawing/2010/main" val="0"/>
                </a:ext>
              </a:extLst>
            </a:blip>
            <a:srcRect/>
            <a:stretch>
              <a:fillRect/>
            </a:stretch>
          </p:blipFill>
          <p:spPr bwMode="auto">
            <a:xfrm>
              <a:off x="3695601" y="4940623"/>
              <a:ext cx="597681" cy="544909"/>
            </a:xfrm>
            <a:prstGeom prst="rect">
              <a:avLst/>
            </a:prstGeom>
            <a:noFill/>
            <a:ln>
              <a:noFill/>
            </a:ln>
          </p:spPr>
        </p:pic>
        <p:pic>
          <p:nvPicPr>
            <p:cNvPr id="18" name="Image 17" descr="C:\Users\Avoutra Randriah\AppData\Local\Microsoft\Windows\INetCache\Content.Word\1200px-Laravel.svg.png"/>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377549" y="4190541"/>
              <a:ext cx="643055" cy="738636"/>
            </a:xfrm>
            <a:prstGeom prst="rect">
              <a:avLst/>
            </a:prstGeom>
            <a:noFill/>
            <a:ln>
              <a:noFill/>
            </a:ln>
          </p:spPr>
        </p:pic>
        <p:pic>
          <p:nvPicPr>
            <p:cNvPr id="4" name="Imag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89876" y="3041671"/>
              <a:ext cx="844343" cy="965058"/>
            </a:xfrm>
            <a:prstGeom prst="rect">
              <a:avLst/>
            </a:prstGeom>
          </p:spPr>
        </p:pic>
        <p:sp>
          <p:nvSpPr>
            <p:cNvPr id="15" name="Google Shape;8174;p66"/>
            <p:cNvSpPr/>
            <p:nvPr/>
          </p:nvSpPr>
          <p:spPr>
            <a:xfrm>
              <a:off x="3318567" y="2703126"/>
              <a:ext cx="1322132" cy="1632312"/>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8175;p66"/>
            <p:cNvSpPr/>
            <p:nvPr/>
          </p:nvSpPr>
          <p:spPr>
            <a:xfrm>
              <a:off x="3356178" y="4406572"/>
              <a:ext cx="1246809" cy="1592759"/>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8176;p66"/>
            <p:cNvSpPr/>
            <p:nvPr/>
          </p:nvSpPr>
          <p:spPr>
            <a:xfrm>
              <a:off x="2110353" y="3712786"/>
              <a:ext cx="1331625" cy="16882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8177;p66"/>
            <p:cNvSpPr/>
            <p:nvPr/>
          </p:nvSpPr>
          <p:spPr>
            <a:xfrm>
              <a:off x="2217273" y="2143556"/>
              <a:ext cx="1188134" cy="1517803"/>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8178;p66"/>
          <p:cNvGrpSpPr/>
          <p:nvPr/>
        </p:nvGrpSpPr>
        <p:grpSpPr>
          <a:xfrm>
            <a:off x="3708993" y="2505096"/>
            <a:ext cx="584289" cy="153034"/>
            <a:chOff x="4644280" y="1290523"/>
            <a:chExt cx="143716" cy="29463"/>
          </a:xfrm>
        </p:grpSpPr>
        <p:sp>
          <p:nvSpPr>
            <p:cNvPr id="58" name="Google Shape;8179;p66"/>
            <p:cNvSpPr/>
            <p:nvPr/>
          </p:nvSpPr>
          <p:spPr>
            <a:xfrm>
              <a:off x="4736292" y="1294223"/>
              <a:ext cx="51704" cy="25762"/>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8180;p66"/>
            <p:cNvSpPr/>
            <p:nvPr/>
          </p:nvSpPr>
          <p:spPr>
            <a:xfrm>
              <a:off x="4700066" y="1290523"/>
              <a:ext cx="32206" cy="7988"/>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8181;p66"/>
            <p:cNvSpPr/>
            <p:nvPr/>
          </p:nvSpPr>
          <p:spPr>
            <a:xfrm>
              <a:off x="4644280" y="1300641"/>
              <a:ext cx="20225" cy="13283"/>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8182;p66"/>
            <p:cNvSpPr/>
            <p:nvPr/>
          </p:nvSpPr>
          <p:spPr>
            <a:xfrm>
              <a:off x="4667822" y="1291888"/>
              <a:ext cx="27779" cy="11433"/>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8183;p66"/>
          <p:cNvGrpSpPr/>
          <p:nvPr/>
        </p:nvGrpSpPr>
        <p:grpSpPr>
          <a:xfrm>
            <a:off x="2539272" y="1990455"/>
            <a:ext cx="584184" cy="153163"/>
            <a:chOff x="4356567" y="1191441"/>
            <a:chExt cx="143690" cy="29488"/>
          </a:xfrm>
        </p:grpSpPr>
        <p:sp>
          <p:nvSpPr>
            <p:cNvPr id="54" name="Google Shape;8184;p66"/>
            <p:cNvSpPr/>
            <p:nvPr/>
          </p:nvSpPr>
          <p:spPr>
            <a:xfrm>
              <a:off x="4448554" y="1195154"/>
              <a:ext cx="51704" cy="25775"/>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8185;p66"/>
            <p:cNvSpPr/>
            <p:nvPr/>
          </p:nvSpPr>
          <p:spPr>
            <a:xfrm>
              <a:off x="4412341" y="1191441"/>
              <a:ext cx="32206" cy="8013"/>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8186;p66"/>
            <p:cNvSpPr/>
            <p:nvPr/>
          </p:nvSpPr>
          <p:spPr>
            <a:xfrm>
              <a:off x="4356567" y="1201573"/>
              <a:ext cx="20212" cy="1327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8187;p66"/>
            <p:cNvSpPr/>
            <p:nvPr/>
          </p:nvSpPr>
          <p:spPr>
            <a:xfrm>
              <a:off x="4380084" y="1192832"/>
              <a:ext cx="27779" cy="11433"/>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8188;p66"/>
          <p:cNvGrpSpPr/>
          <p:nvPr/>
        </p:nvGrpSpPr>
        <p:grpSpPr>
          <a:xfrm>
            <a:off x="2467888" y="5482373"/>
            <a:ext cx="584237" cy="153101"/>
            <a:chOff x="4339009" y="1863727"/>
            <a:chExt cx="143703" cy="29476"/>
          </a:xfrm>
        </p:grpSpPr>
        <p:sp>
          <p:nvSpPr>
            <p:cNvPr id="50" name="Google Shape;8189;p66"/>
            <p:cNvSpPr/>
            <p:nvPr/>
          </p:nvSpPr>
          <p:spPr>
            <a:xfrm>
              <a:off x="4339009" y="1863727"/>
              <a:ext cx="51691" cy="25762"/>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8190;p66"/>
            <p:cNvSpPr/>
            <p:nvPr/>
          </p:nvSpPr>
          <p:spPr>
            <a:xfrm>
              <a:off x="4394732" y="1885202"/>
              <a:ext cx="32193" cy="8001"/>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8191;p66"/>
            <p:cNvSpPr/>
            <p:nvPr/>
          </p:nvSpPr>
          <p:spPr>
            <a:xfrm>
              <a:off x="4462488" y="1869814"/>
              <a:ext cx="20225" cy="13258"/>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8192;p66"/>
            <p:cNvSpPr/>
            <p:nvPr/>
          </p:nvSpPr>
          <p:spPr>
            <a:xfrm>
              <a:off x="4431392" y="1880392"/>
              <a:ext cx="27804" cy="11433"/>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8193;p66"/>
          <p:cNvGrpSpPr/>
          <p:nvPr/>
        </p:nvGrpSpPr>
        <p:grpSpPr>
          <a:xfrm>
            <a:off x="1928995" y="4150544"/>
            <a:ext cx="120093" cy="742231"/>
            <a:chOff x="4206459" y="1607315"/>
            <a:chExt cx="29539" cy="142899"/>
          </a:xfrm>
        </p:grpSpPr>
        <p:sp>
          <p:nvSpPr>
            <p:cNvPr id="46" name="Google Shape;8194;p66"/>
            <p:cNvSpPr/>
            <p:nvPr/>
          </p:nvSpPr>
          <p:spPr>
            <a:xfrm>
              <a:off x="4209840" y="1607315"/>
              <a:ext cx="26158" cy="50989"/>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8195;p66"/>
            <p:cNvSpPr/>
            <p:nvPr/>
          </p:nvSpPr>
          <p:spPr>
            <a:xfrm>
              <a:off x="4206459" y="1662910"/>
              <a:ext cx="8230" cy="3178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8196;p66"/>
            <p:cNvSpPr/>
            <p:nvPr/>
          </p:nvSpPr>
          <p:spPr>
            <a:xfrm>
              <a:off x="4216194" y="1730768"/>
              <a:ext cx="14227" cy="19446"/>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8197;p66"/>
            <p:cNvSpPr/>
            <p:nvPr/>
          </p:nvSpPr>
          <p:spPr>
            <a:xfrm>
              <a:off x="4207607" y="1699506"/>
              <a:ext cx="12045" cy="27153"/>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Google Shape;8198;p66"/>
          <p:cNvSpPr/>
          <p:nvPr/>
        </p:nvSpPr>
        <p:spPr>
          <a:xfrm>
            <a:off x="2108125" y="3157719"/>
            <a:ext cx="108889" cy="271667"/>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8199;p66"/>
          <p:cNvSpPr/>
          <p:nvPr/>
        </p:nvSpPr>
        <p:spPr>
          <a:xfrm>
            <a:off x="2212395" y="3444433"/>
            <a:ext cx="99034" cy="131359"/>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8200;p66"/>
          <p:cNvSpPr/>
          <p:nvPr/>
        </p:nvSpPr>
        <p:spPr>
          <a:xfrm>
            <a:off x="2432200" y="3661292"/>
            <a:ext cx="87256" cy="57062"/>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8201;p66"/>
          <p:cNvSpPr/>
          <p:nvPr/>
        </p:nvSpPr>
        <p:spPr>
          <a:xfrm>
            <a:off x="2317445" y="3579105"/>
            <a:ext cx="103546" cy="91660"/>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8202;p66"/>
          <p:cNvGrpSpPr/>
          <p:nvPr/>
        </p:nvGrpSpPr>
        <p:grpSpPr>
          <a:xfrm>
            <a:off x="4705805" y="3197023"/>
            <a:ext cx="120146" cy="742231"/>
            <a:chOff x="4889463" y="1423737"/>
            <a:chExt cx="29552" cy="142899"/>
          </a:xfrm>
        </p:grpSpPr>
        <p:sp>
          <p:nvSpPr>
            <p:cNvPr id="42" name="Google Shape;8203;p66"/>
            <p:cNvSpPr/>
            <p:nvPr/>
          </p:nvSpPr>
          <p:spPr>
            <a:xfrm>
              <a:off x="4889463" y="1515647"/>
              <a:ext cx="26158" cy="50989"/>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8204;p66"/>
            <p:cNvSpPr/>
            <p:nvPr/>
          </p:nvSpPr>
          <p:spPr>
            <a:xfrm>
              <a:off x="4910772" y="1479256"/>
              <a:ext cx="8243" cy="3178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8205;p66"/>
            <p:cNvSpPr/>
            <p:nvPr/>
          </p:nvSpPr>
          <p:spPr>
            <a:xfrm>
              <a:off x="4895052" y="1423737"/>
              <a:ext cx="14215" cy="19446"/>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8206;p66"/>
            <p:cNvSpPr/>
            <p:nvPr/>
          </p:nvSpPr>
          <p:spPr>
            <a:xfrm>
              <a:off x="4905783" y="1447292"/>
              <a:ext cx="12071" cy="27153"/>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8207;p66"/>
          <p:cNvGrpSpPr/>
          <p:nvPr/>
        </p:nvGrpSpPr>
        <p:grpSpPr>
          <a:xfrm>
            <a:off x="4226879" y="5550774"/>
            <a:ext cx="441730" cy="521731"/>
            <a:chOff x="4771663" y="1876896"/>
            <a:chExt cx="108651" cy="100447"/>
          </a:xfrm>
        </p:grpSpPr>
        <p:sp>
          <p:nvSpPr>
            <p:cNvPr id="38" name="Google Shape;8208;p66"/>
            <p:cNvSpPr/>
            <p:nvPr/>
          </p:nvSpPr>
          <p:spPr>
            <a:xfrm>
              <a:off x="4771663" y="1951210"/>
              <a:ext cx="53184" cy="26132"/>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8209;p66"/>
            <p:cNvSpPr/>
            <p:nvPr/>
          </p:nvSpPr>
          <p:spPr>
            <a:xfrm>
              <a:off x="4826850" y="1927897"/>
              <a:ext cx="26081" cy="23529"/>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8210;p66"/>
            <p:cNvSpPr/>
            <p:nvPr/>
          </p:nvSpPr>
          <p:spPr>
            <a:xfrm>
              <a:off x="4868600" y="1876896"/>
              <a:ext cx="11714" cy="20531"/>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8211;p66"/>
            <p:cNvSpPr/>
            <p:nvPr/>
          </p:nvSpPr>
          <p:spPr>
            <a:xfrm>
              <a:off x="4852804" y="1901038"/>
              <a:ext cx="18528" cy="24589"/>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175;p66"/>
          <p:cNvSpPr/>
          <p:nvPr/>
        </p:nvSpPr>
        <p:spPr>
          <a:xfrm>
            <a:off x="2035570" y="3768721"/>
            <a:ext cx="1246809" cy="148908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roupe 9"/>
          <p:cNvGrpSpPr/>
          <p:nvPr/>
        </p:nvGrpSpPr>
        <p:grpSpPr>
          <a:xfrm>
            <a:off x="6238664" y="2168529"/>
            <a:ext cx="3667474" cy="3255296"/>
            <a:chOff x="6238664" y="2168529"/>
            <a:chExt cx="3667474" cy="3255296"/>
          </a:xfrm>
        </p:grpSpPr>
        <p:pic>
          <p:nvPicPr>
            <p:cNvPr id="19" name="Image 18" descr="upload.wikimedia.org/wikipedia/commons/thumb/2/..."/>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205619" y="2930024"/>
              <a:ext cx="1192681" cy="1049707"/>
            </a:xfrm>
            <a:prstGeom prst="rect">
              <a:avLst/>
            </a:prstGeom>
            <a:noFill/>
            <a:ln>
              <a:noFill/>
            </a:ln>
          </p:spPr>
        </p:pic>
        <p:pic>
          <p:nvPicPr>
            <p:cNvPr id="20" name="Image 1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365657" y="4770428"/>
              <a:ext cx="545681" cy="653397"/>
            </a:xfrm>
            <a:prstGeom prst="rect">
              <a:avLst/>
            </a:prstGeom>
          </p:spPr>
        </p:pic>
        <p:pic>
          <p:nvPicPr>
            <p:cNvPr id="22" name="Image 21">
              <a:extLst>
                <a:ext uri="{FF2B5EF4-FFF2-40B4-BE49-F238E27FC236}">
                  <a16:creationId xmlns:a16="http://schemas.microsoft.com/office/drawing/2014/main" id="{83F0FFB6-4104-3733-A61A-7D0A53180018}"/>
                </a:ext>
              </a:extLst>
            </p:cNvPr>
            <p:cNvPicPr>
              <a:picLocks noChangeAspect="1"/>
            </p:cNvPicPr>
            <p:nvPr/>
          </p:nvPicPr>
          <p:blipFill>
            <a:blip r:embed="rId10"/>
            <a:stretch>
              <a:fillRect/>
            </a:stretch>
          </p:blipFill>
          <p:spPr>
            <a:xfrm>
              <a:off x="6608526" y="3066306"/>
              <a:ext cx="582408" cy="601173"/>
            </a:xfrm>
            <a:prstGeom prst="rect">
              <a:avLst/>
            </a:prstGeom>
          </p:spPr>
        </p:pic>
        <p:sp>
          <p:nvSpPr>
            <p:cNvPr id="89" name="Google Shape;8174;p66"/>
            <p:cNvSpPr/>
            <p:nvPr/>
          </p:nvSpPr>
          <p:spPr>
            <a:xfrm>
              <a:off x="6238664" y="2550737"/>
              <a:ext cx="1322132" cy="1632312"/>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8174;p66"/>
            <p:cNvSpPr/>
            <p:nvPr/>
          </p:nvSpPr>
          <p:spPr>
            <a:xfrm>
              <a:off x="7697782" y="2168529"/>
              <a:ext cx="2208356" cy="235333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 name="Google Shape;8174;p66"/>
          <p:cNvSpPr/>
          <p:nvPr/>
        </p:nvSpPr>
        <p:spPr>
          <a:xfrm>
            <a:off x="6977434" y="4244474"/>
            <a:ext cx="1322132" cy="1632312"/>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no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17330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27" name="Titre 1">
            <a:extLst>
              <a:ext uri="{FF2B5EF4-FFF2-40B4-BE49-F238E27FC236}">
                <a16:creationId xmlns:a16="http://schemas.microsoft.com/office/drawing/2014/main" id="{BE6332FC-9AE0-A892-9F80-653679951886}"/>
              </a:ext>
            </a:extLst>
          </p:cNvPr>
          <p:cNvSpPr>
            <a:spLocks noGrp="1"/>
          </p:cNvSpPr>
          <p:nvPr>
            <p:ph type="title"/>
          </p:nvPr>
        </p:nvSpPr>
        <p:spPr>
          <a:xfrm>
            <a:off x="1638300" y="365127"/>
            <a:ext cx="4965700" cy="1325563"/>
          </a:xfrm>
        </p:spPr>
        <p:txBody>
          <a:bodyPr/>
          <a:lstStyle/>
          <a:p>
            <a:pPr algn="ctr"/>
            <a:r>
              <a:rPr lang="fr-FR" b="1" dirty="0" smtClean="0">
                <a:solidFill>
                  <a:srgbClr val="1F4D78"/>
                </a:solidFill>
                <a:latin typeface="Poppins" panose="00000500000000000000" pitchFamily="2" charset="0"/>
                <a:cs typeface="Poppins" panose="00000500000000000000" pitchFamily="2" charset="0"/>
              </a:rPr>
              <a:t>Réalisation</a:t>
            </a:r>
            <a:endParaRPr lang="fr-FR" dirty="0"/>
          </a:p>
        </p:txBody>
      </p:sp>
      <p:sp>
        <p:nvSpPr>
          <p:cNvPr id="29" name="Titre 1">
            <a:extLst>
              <a:ext uri="{FF2B5EF4-FFF2-40B4-BE49-F238E27FC236}">
                <a16:creationId xmlns:a16="http://schemas.microsoft.com/office/drawing/2014/main" id="{BE6332FC-9AE0-A892-9F80-653679951886}"/>
              </a:ext>
            </a:extLst>
          </p:cNvPr>
          <p:cNvSpPr txBox="1">
            <a:spLocks/>
          </p:cNvSpPr>
          <p:nvPr/>
        </p:nvSpPr>
        <p:spPr>
          <a:xfrm>
            <a:off x="1541095" y="1243142"/>
            <a:ext cx="6224165" cy="737907"/>
          </a:xfrm>
          <a:prstGeom prst="rect">
            <a:avLst/>
          </a:prstGeom>
        </p:spPr>
        <p:txBody>
          <a:bodyPr vert="horz" lIns="91440" tIns="45720" rIns="91440" bIns="45720" rtlCol="0" anchor="ctr">
            <a:normAutofit fontScale="92500"/>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smtClean="0">
                <a:solidFill>
                  <a:srgbClr val="1F4D78"/>
                </a:solidFill>
                <a:latin typeface="Poppins" panose="00000500000000000000" pitchFamily="2" charset="0"/>
                <a:cs typeface="Poppins" panose="00000500000000000000" pitchFamily="2" charset="0"/>
              </a:rPr>
              <a:t>Architectures de l’application</a:t>
            </a:r>
            <a:endParaRPr lang="fr-FR" sz="2800" dirty="0"/>
          </a:p>
        </p:txBody>
      </p:sp>
      <p:cxnSp>
        <p:nvCxnSpPr>
          <p:cNvPr id="35" name="Connecteur droit 34"/>
          <p:cNvCxnSpPr/>
          <p:nvPr/>
        </p:nvCxnSpPr>
        <p:spPr>
          <a:xfrm>
            <a:off x="964960" y="1294794"/>
            <a:ext cx="6673540"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38" name="Image 37" descr="Capture d’écran 2023-10-13 015408"/>
          <p:cNvPicPr/>
          <p:nvPr/>
        </p:nvPicPr>
        <p:blipFill>
          <a:blip r:embed="rId4">
            <a:extLst>
              <a:ext uri="{28A0092B-C50C-407E-A947-70E740481C1C}">
                <a14:useLocalDpi xmlns:a14="http://schemas.microsoft.com/office/drawing/2010/main" val="0"/>
              </a:ext>
            </a:extLst>
          </a:blip>
          <a:srcRect/>
          <a:stretch>
            <a:fillRect/>
          </a:stretch>
        </p:blipFill>
        <p:spPr bwMode="auto">
          <a:xfrm>
            <a:off x="1420417" y="2286700"/>
            <a:ext cx="6218083" cy="3364800"/>
          </a:xfrm>
          <a:prstGeom prst="rect">
            <a:avLst/>
          </a:prstGeom>
          <a:noFill/>
          <a:ln>
            <a:noFill/>
          </a:ln>
        </p:spPr>
      </p:pic>
    </p:spTree>
    <p:extLst>
      <p:ext uri="{BB962C8B-B14F-4D97-AF65-F5344CB8AC3E}">
        <p14:creationId xmlns:p14="http://schemas.microsoft.com/office/powerpoint/2010/main" val="22964237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pic>
        <p:nvPicPr>
          <p:cNvPr id="2" name="Imag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ZoneTexte 3">
            <a:extLst>
              <a:ext uri="{FF2B5EF4-FFF2-40B4-BE49-F238E27FC236}">
                <a16:creationId xmlns:a16="http://schemas.microsoft.com/office/drawing/2014/main" id="{40594C28-759B-B6DF-5AFD-B476E0B03CFA}"/>
              </a:ext>
            </a:extLst>
          </p:cNvPr>
          <p:cNvSpPr txBox="1"/>
          <p:nvPr/>
        </p:nvSpPr>
        <p:spPr>
          <a:xfrm>
            <a:off x="537881" y="0"/>
            <a:ext cx="5740400" cy="2169825"/>
          </a:xfrm>
          <a:prstGeom prst="rect">
            <a:avLst/>
          </a:prstGeom>
          <a:noFill/>
        </p:spPr>
        <p:txBody>
          <a:bodyPr wrap="square" rtlCol="0">
            <a:spAutoFit/>
          </a:bodyPr>
          <a:lstStyle/>
          <a:p>
            <a:pPr>
              <a:lnSpc>
                <a:spcPct val="150000"/>
              </a:lnSpc>
            </a:pPr>
            <a:r>
              <a:rPr lang="fr-FR" sz="5400" b="1" dirty="0">
                <a:solidFill>
                  <a:schemeClr val="bg1"/>
                </a:solidFill>
                <a:latin typeface="Poppins" panose="00000500000000000000" pitchFamily="2" charset="0"/>
                <a:cs typeface="Poppins" panose="00000500000000000000" pitchFamily="2" charset="0"/>
              </a:rPr>
              <a:t>Démonstration</a:t>
            </a:r>
          </a:p>
          <a:p>
            <a:endParaRPr lang="fr-FR" sz="5400" b="1" dirty="0">
              <a:solidFill>
                <a:schemeClr val="accent1">
                  <a:lumMod val="75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01848980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B6989C60-DCF0-E110-C3F2-E4363978B692}"/>
              </a:ext>
            </a:extLst>
          </p:cNvPr>
          <p:cNvSpPr txBox="1"/>
          <p:nvPr/>
        </p:nvSpPr>
        <p:spPr>
          <a:xfrm>
            <a:off x="3213847" y="1518465"/>
            <a:ext cx="5741893" cy="4247317"/>
          </a:xfrm>
          <a:prstGeom prst="rect">
            <a:avLst/>
          </a:prstGeom>
          <a:noFill/>
        </p:spPr>
        <p:txBody>
          <a:bodyPr wrap="square">
            <a:spAutoFit/>
          </a:bodyPr>
          <a:lstStyle/>
          <a:p>
            <a:pPr algn="ctr">
              <a:lnSpc>
                <a:spcPct val="150000"/>
              </a:lnSpc>
            </a:pPr>
            <a:r>
              <a:rPr lang="fr-FR" sz="6000" b="1" dirty="0" smtClean="0">
                <a:solidFill>
                  <a:schemeClr val="accent1">
                    <a:lumMod val="75000"/>
                  </a:schemeClr>
                </a:solidFill>
                <a:latin typeface="Poppins" panose="00000500000000000000" pitchFamily="2" charset="0"/>
                <a:cs typeface="Poppins" panose="00000500000000000000" pitchFamily="2" charset="0"/>
                <a:sym typeface="+mn-ea"/>
              </a:rPr>
              <a:t>Conclusion et perspectives</a:t>
            </a:r>
            <a:endParaRPr lang="fr-FR" sz="6000" b="1" dirty="0">
              <a:solidFill>
                <a:schemeClr val="accent1">
                  <a:lumMod val="75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23580460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27" name="Titre 1">
            <a:extLst>
              <a:ext uri="{FF2B5EF4-FFF2-40B4-BE49-F238E27FC236}">
                <a16:creationId xmlns:a16="http://schemas.microsoft.com/office/drawing/2014/main" id="{BE6332FC-9AE0-A892-9F80-653679951886}"/>
              </a:ext>
            </a:extLst>
          </p:cNvPr>
          <p:cNvSpPr>
            <a:spLocks noGrp="1"/>
          </p:cNvSpPr>
          <p:nvPr>
            <p:ph type="title"/>
          </p:nvPr>
        </p:nvSpPr>
        <p:spPr>
          <a:xfrm>
            <a:off x="508000" y="-198024"/>
            <a:ext cx="9093200" cy="1325563"/>
          </a:xfrm>
        </p:spPr>
        <p:txBody>
          <a:bodyPr/>
          <a:lstStyle/>
          <a:p>
            <a:pPr algn="ctr"/>
            <a:r>
              <a:rPr lang="fr-FR" b="1" dirty="0" smtClean="0">
                <a:solidFill>
                  <a:srgbClr val="1F4D78"/>
                </a:solidFill>
                <a:latin typeface="Poppins" panose="00000500000000000000" pitchFamily="2" charset="0"/>
                <a:cs typeface="Poppins" panose="00000500000000000000" pitchFamily="2" charset="0"/>
              </a:rPr>
              <a:t>Conclusion et perspective</a:t>
            </a:r>
            <a:endParaRPr lang="fr-FR" dirty="0"/>
          </a:p>
        </p:txBody>
      </p:sp>
      <p:cxnSp>
        <p:nvCxnSpPr>
          <p:cNvPr id="35" name="Connecteur droit 34"/>
          <p:cNvCxnSpPr/>
          <p:nvPr/>
        </p:nvCxnSpPr>
        <p:spPr>
          <a:xfrm>
            <a:off x="1552730" y="774094"/>
            <a:ext cx="6673540"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 name="Google Shape;7619;p64"/>
          <p:cNvGrpSpPr/>
          <p:nvPr/>
        </p:nvGrpSpPr>
        <p:grpSpPr>
          <a:xfrm rot="16200000">
            <a:off x="-1491785" y="3127975"/>
            <a:ext cx="5727702" cy="1524923"/>
            <a:chOff x="5194708" y="3484366"/>
            <a:chExt cx="3148148" cy="987304"/>
          </a:xfrm>
        </p:grpSpPr>
        <p:grpSp>
          <p:nvGrpSpPr>
            <p:cNvPr id="8" name="Google Shape;7620;p64"/>
            <p:cNvGrpSpPr/>
            <p:nvPr/>
          </p:nvGrpSpPr>
          <p:grpSpPr>
            <a:xfrm>
              <a:off x="7531521" y="3484366"/>
              <a:ext cx="811335" cy="987304"/>
              <a:chOff x="3379425" y="1617275"/>
              <a:chExt cx="1090650" cy="1327200"/>
            </a:xfrm>
          </p:grpSpPr>
          <p:sp>
            <p:nvSpPr>
              <p:cNvPr id="21" name="Google Shape;7621;p64"/>
              <p:cNvSpPr/>
              <p:nvPr/>
            </p:nvSpPr>
            <p:spPr>
              <a:xfrm>
                <a:off x="3554475"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noFill/>
              <a:ln w="19050"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622;p64"/>
              <p:cNvSpPr/>
              <p:nvPr/>
            </p:nvSpPr>
            <p:spPr>
              <a:xfrm>
                <a:off x="3379425"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623;p64"/>
              <p:cNvSpPr/>
              <p:nvPr/>
            </p:nvSpPr>
            <p:spPr>
              <a:xfrm>
                <a:off x="3775050" y="2771175"/>
                <a:ext cx="300875" cy="173300"/>
              </a:xfrm>
              <a:custGeom>
                <a:avLst/>
                <a:gdLst/>
                <a:ahLst/>
                <a:cxnLst/>
                <a:rect l="l" t="t" r="r" b="b"/>
                <a:pathLst>
                  <a:path w="12035" h="6932" extrusionOk="0">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7624;p64"/>
            <p:cNvGrpSpPr/>
            <p:nvPr/>
          </p:nvGrpSpPr>
          <p:grpSpPr>
            <a:xfrm>
              <a:off x="6752546" y="3484366"/>
              <a:ext cx="811428" cy="987304"/>
              <a:chOff x="2332275" y="1617275"/>
              <a:chExt cx="1090775" cy="1327200"/>
            </a:xfrm>
          </p:grpSpPr>
          <p:sp>
            <p:nvSpPr>
              <p:cNvPr id="18" name="Google Shape;7625;p64"/>
              <p:cNvSpPr/>
              <p:nvPr/>
            </p:nvSpPr>
            <p:spPr>
              <a:xfrm>
                <a:off x="2507425"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noFill/>
              <a:ln w="19050"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626;p64"/>
              <p:cNvSpPr/>
              <p:nvPr/>
            </p:nvSpPr>
            <p:spPr>
              <a:xfrm>
                <a:off x="2332275" y="1617275"/>
                <a:ext cx="1090775" cy="1273950"/>
              </a:xfrm>
              <a:custGeom>
                <a:avLst/>
                <a:gdLst/>
                <a:ahLst/>
                <a:cxnLst/>
                <a:rect l="l" t="t" r="r" b="b"/>
                <a:pathLst>
                  <a:path w="43631" h="50958" extrusionOk="0">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627;p64"/>
              <p:cNvSpPr/>
              <p:nvPr/>
            </p:nvSpPr>
            <p:spPr>
              <a:xfrm>
                <a:off x="2727925"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7628;p64"/>
            <p:cNvGrpSpPr/>
            <p:nvPr/>
          </p:nvGrpSpPr>
          <p:grpSpPr>
            <a:xfrm>
              <a:off x="5973664" y="3484366"/>
              <a:ext cx="811335" cy="987304"/>
              <a:chOff x="1285250" y="1617275"/>
              <a:chExt cx="1090650" cy="1327200"/>
            </a:xfrm>
          </p:grpSpPr>
          <p:sp>
            <p:nvSpPr>
              <p:cNvPr id="15" name="Google Shape;7629;p64"/>
              <p:cNvSpPr/>
              <p:nvPr/>
            </p:nvSpPr>
            <p:spPr>
              <a:xfrm>
                <a:off x="1460300"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noFill/>
              <a:ln w="19050"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7630;p64"/>
              <p:cNvSpPr/>
              <p:nvPr/>
            </p:nvSpPr>
            <p:spPr>
              <a:xfrm>
                <a:off x="1285250"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631;p64"/>
              <p:cNvSpPr/>
              <p:nvPr/>
            </p:nvSpPr>
            <p:spPr>
              <a:xfrm>
                <a:off x="1680900" y="2771175"/>
                <a:ext cx="300850" cy="173300"/>
              </a:xfrm>
              <a:custGeom>
                <a:avLst/>
                <a:gdLst/>
                <a:ahLst/>
                <a:cxnLst/>
                <a:rect l="l" t="t" r="r" b="b"/>
                <a:pathLst>
                  <a:path w="12034" h="6932" extrusionOk="0">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7632;p64"/>
            <p:cNvGrpSpPr/>
            <p:nvPr/>
          </p:nvGrpSpPr>
          <p:grpSpPr>
            <a:xfrm>
              <a:off x="5194708" y="3484366"/>
              <a:ext cx="811409" cy="987304"/>
              <a:chOff x="238125" y="1617275"/>
              <a:chExt cx="1090750" cy="1327200"/>
            </a:xfrm>
          </p:grpSpPr>
          <p:sp>
            <p:nvSpPr>
              <p:cNvPr id="12" name="Google Shape;7633;p64"/>
              <p:cNvSpPr/>
              <p:nvPr/>
            </p:nvSpPr>
            <p:spPr>
              <a:xfrm>
                <a:off x="413250"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noFill/>
              <a:ln w="19050"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634;p64"/>
              <p:cNvSpPr/>
              <p:nvPr/>
            </p:nvSpPr>
            <p:spPr>
              <a:xfrm>
                <a:off x="238125" y="1617275"/>
                <a:ext cx="1090750" cy="1273950"/>
              </a:xfrm>
              <a:custGeom>
                <a:avLst/>
                <a:gdLst/>
                <a:ahLst/>
                <a:cxnLst/>
                <a:rect l="l" t="t" r="r" b="b"/>
                <a:pathLst>
                  <a:path w="43630" h="50958" extrusionOk="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635;p64"/>
              <p:cNvSpPr/>
              <p:nvPr/>
            </p:nvSpPr>
            <p:spPr>
              <a:xfrm>
                <a:off x="633750"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4" name="Google Shape;375;p35">
            <a:extLst>
              <a:ext uri="{FF2B5EF4-FFF2-40B4-BE49-F238E27FC236}">
                <a16:creationId xmlns:a16="http://schemas.microsoft.com/office/drawing/2014/main" id="{97EB5DAB-7CC6-130E-D189-D48762BF6406}"/>
              </a:ext>
            </a:extLst>
          </p:cNvPr>
          <p:cNvSpPr txBox="1">
            <a:spLocks/>
          </p:cNvSpPr>
          <p:nvPr/>
        </p:nvSpPr>
        <p:spPr>
          <a:xfrm>
            <a:off x="2299960" y="2954441"/>
            <a:ext cx="5333072" cy="848172"/>
          </a:xfrm>
          <a:prstGeom prst="rect">
            <a:avLst/>
          </a:prstGeom>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1342" indent="-290584">
              <a:lnSpc>
                <a:spcPct val="150000"/>
              </a:lnSpc>
              <a:buSzPts val="1600"/>
              <a:buFont typeface="Arial"/>
              <a:buChar char="●"/>
            </a:pPr>
            <a:r>
              <a:rPr lang="en-US" b="1" dirty="0">
                <a:latin typeface="Poppins" panose="00000500000000000000"/>
              </a:rPr>
              <a:t>Avancement dans le monde de programmation</a:t>
            </a:r>
          </a:p>
          <a:p>
            <a:pPr marL="341342" indent="-290584">
              <a:lnSpc>
                <a:spcPct val="150000"/>
              </a:lnSpc>
              <a:buSzPts val="1600"/>
              <a:buFont typeface="Arial"/>
              <a:buChar char="●"/>
            </a:pPr>
            <a:r>
              <a:rPr lang="en-US" b="1" dirty="0">
                <a:latin typeface="Poppins" panose="00000500000000000000"/>
              </a:rPr>
              <a:t>Elargissement de nos connaissances sur le développement de l’application</a:t>
            </a:r>
          </a:p>
        </p:txBody>
      </p:sp>
      <p:sp>
        <p:nvSpPr>
          <p:cNvPr id="26" name="Google Shape;375;p35">
            <a:extLst>
              <a:ext uri="{FF2B5EF4-FFF2-40B4-BE49-F238E27FC236}">
                <a16:creationId xmlns:a16="http://schemas.microsoft.com/office/drawing/2014/main" id="{F09298FA-A1C5-8F8E-532C-DFB2E68E38E2}"/>
              </a:ext>
            </a:extLst>
          </p:cNvPr>
          <p:cNvSpPr txBox="1">
            <a:spLocks/>
          </p:cNvSpPr>
          <p:nvPr/>
        </p:nvSpPr>
        <p:spPr>
          <a:xfrm>
            <a:off x="2299959" y="4070307"/>
            <a:ext cx="3476625" cy="1847764"/>
          </a:xfrm>
          <a:prstGeom prst="rect">
            <a:avLst/>
          </a:prstGeom>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1342" indent="-290584">
              <a:buSzPts val="1600"/>
              <a:buFont typeface="Arial"/>
              <a:buChar char="●"/>
            </a:pPr>
            <a:r>
              <a:rPr lang="en-US" b="1" dirty="0" smtClean="0">
                <a:latin typeface="Poppins" panose="00000500000000000000"/>
              </a:rPr>
              <a:t>UML</a:t>
            </a:r>
            <a:endParaRPr lang="en-US" b="1" dirty="0">
              <a:latin typeface="Poppins" panose="00000500000000000000"/>
            </a:endParaRPr>
          </a:p>
          <a:p>
            <a:pPr marL="341342" indent="-290584">
              <a:buSzPts val="1600"/>
              <a:buFont typeface="Arial"/>
              <a:buChar char="●"/>
            </a:pPr>
            <a:r>
              <a:rPr lang="en-US" b="1" dirty="0" smtClean="0">
                <a:latin typeface="Poppins" panose="00000500000000000000"/>
              </a:rPr>
              <a:t>AGILE : SCRUM</a:t>
            </a:r>
            <a:endParaRPr lang="en-US" b="1" dirty="0">
              <a:latin typeface="Poppins" panose="00000500000000000000"/>
            </a:endParaRPr>
          </a:p>
          <a:p>
            <a:pPr marL="341342" indent="-290584">
              <a:buSzPts val="1600"/>
              <a:buFont typeface="Arial"/>
              <a:buChar char="●"/>
            </a:pPr>
            <a:r>
              <a:rPr lang="en-US" b="1" dirty="0">
                <a:latin typeface="Poppins" panose="00000500000000000000"/>
              </a:rPr>
              <a:t>VISUAL PARADIGM</a:t>
            </a:r>
          </a:p>
          <a:p>
            <a:pPr marL="341342" indent="-290584">
              <a:buSzPts val="1600"/>
              <a:buFont typeface="Arial"/>
              <a:buChar char="●"/>
            </a:pPr>
            <a:r>
              <a:rPr lang="fr-FR" b="1" dirty="0" smtClean="0">
                <a:latin typeface="Poppins" panose="00000500000000000000"/>
              </a:rPr>
              <a:t>JAVASCRIPT: Next.js</a:t>
            </a:r>
            <a:endParaRPr lang="en-US" b="1" dirty="0">
              <a:latin typeface="Poppins" panose="00000500000000000000"/>
            </a:endParaRPr>
          </a:p>
          <a:p>
            <a:pPr marL="341342" indent="-290584">
              <a:buSzPts val="1600"/>
              <a:buFont typeface="Arial"/>
              <a:buChar char="●"/>
            </a:pPr>
            <a:r>
              <a:rPr lang="en-US" b="1" dirty="0" smtClean="0">
                <a:latin typeface="Poppins" panose="00000500000000000000"/>
              </a:rPr>
              <a:t>PHP: Laravel</a:t>
            </a:r>
            <a:endParaRPr lang="en-US" b="1" dirty="0">
              <a:latin typeface="Poppins" panose="00000500000000000000"/>
            </a:endParaRPr>
          </a:p>
          <a:p>
            <a:pPr marL="341342" indent="-290584">
              <a:buSzPts val="1600"/>
              <a:buFont typeface="Arial"/>
              <a:buChar char="●"/>
            </a:pPr>
            <a:r>
              <a:rPr lang="en-US" b="1" dirty="0" smtClean="0">
                <a:latin typeface="Poppins" panose="00000500000000000000"/>
              </a:rPr>
              <a:t>GIT</a:t>
            </a:r>
            <a:endParaRPr lang="en-US" b="1" dirty="0">
              <a:latin typeface="Poppins" panose="00000500000000000000"/>
            </a:endParaRPr>
          </a:p>
          <a:p>
            <a:pPr marL="341342" indent="-290584">
              <a:buSzPts val="1600"/>
              <a:buFont typeface="Arial"/>
              <a:buChar char="●"/>
            </a:pPr>
            <a:r>
              <a:rPr lang="fr-FR" b="1" dirty="0" smtClean="0">
                <a:latin typeface="Poppins" panose="00000500000000000000"/>
              </a:rPr>
              <a:t>PostgreSQL</a:t>
            </a:r>
            <a:endParaRPr lang="en-US" b="1" dirty="0">
              <a:latin typeface="Poppins" panose="00000500000000000000"/>
            </a:endParaRPr>
          </a:p>
          <a:p>
            <a:pPr marL="341342" indent="-290584">
              <a:buSzPts val="1600"/>
              <a:buFont typeface="Arial"/>
              <a:buChar char="●"/>
            </a:pPr>
            <a:endParaRPr lang="en-US" dirty="0"/>
          </a:p>
        </p:txBody>
      </p:sp>
      <p:sp>
        <p:nvSpPr>
          <p:cNvPr id="28" name="Google Shape;375;p35">
            <a:extLst>
              <a:ext uri="{FF2B5EF4-FFF2-40B4-BE49-F238E27FC236}">
                <a16:creationId xmlns:a16="http://schemas.microsoft.com/office/drawing/2014/main" id="{97EB5DAB-7CC6-130E-D189-D48762BF6406}"/>
              </a:ext>
            </a:extLst>
          </p:cNvPr>
          <p:cNvSpPr txBox="1">
            <a:spLocks/>
          </p:cNvSpPr>
          <p:nvPr/>
        </p:nvSpPr>
        <p:spPr>
          <a:xfrm>
            <a:off x="2274560" y="1251485"/>
            <a:ext cx="6399539" cy="848172"/>
          </a:xfrm>
          <a:prstGeom prst="rect">
            <a:avLst/>
          </a:prstGeom>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1342" indent="-290584">
              <a:lnSpc>
                <a:spcPct val="150000"/>
              </a:lnSpc>
              <a:buSzPts val="1600"/>
              <a:buFont typeface="Arial"/>
              <a:buChar char="●"/>
            </a:pPr>
            <a:r>
              <a:rPr lang="fr-FR" b="1" dirty="0">
                <a:latin typeface="Poppins" panose="00000500000000000000"/>
              </a:rPr>
              <a:t>Concevoir, réaliser et </a:t>
            </a:r>
            <a:r>
              <a:rPr lang="fr-FR" b="1" dirty="0" smtClean="0">
                <a:latin typeface="Poppins" panose="00000500000000000000"/>
              </a:rPr>
              <a:t>déployer </a:t>
            </a:r>
            <a:r>
              <a:rPr lang="fr-FR" b="1" dirty="0">
                <a:latin typeface="Poppins" panose="00000500000000000000"/>
              </a:rPr>
              <a:t>un système de gestion efficace pour une plateforme web </a:t>
            </a:r>
            <a:r>
              <a:rPr lang="fr-FR" b="1" dirty="0" smtClean="0">
                <a:latin typeface="Poppins" panose="00000500000000000000"/>
              </a:rPr>
              <a:t>dédié </a:t>
            </a:r>
            <a:r>
              <a:rPr lang="fr-FR" b="1" dirty="0">
                <a:latin typeface="Poppins" panose="00000500000000000000"/>
              </a:rPr>
              <a:t>à </a:t>
            </a:r>
            <a:r>
              <a:rPr lang="fr-FR" b="1" dirty="0" smtClean="0">
                <a:latin typeface="Poppins" panose="00000500000000000000"/>
              </a:rPr>
              <a:t>l’immobilier</a:t>
            </a:r>
          </a:p>
          <a:p>
            <a:pPr marL="341342" indent="-290584">
              <a:lnSpc>
                <a:spcPct val="150000"/>
              </a:lnSpc>
              <a:buSzPts val="1600"/>
              <a:buFont typeface="Arial"/>
              <a:buChar char="●"/>
            </a:pPr>
            <a:r>
              <a:rPr lang="fr-FR" b="1" dirty="0" smtClean="0">
                <a:latin typeface="Poppins" panose="00000500000000000000"/>
              </a:rPr>
              <a:t>Gestion optimale des biens et des transactions</a:t>
            </a:r>
            <a:endParaRPr lang="en-US" b="1" dirty="0">
              <a:latin typeface="Poppins" panose="00000500000000000000"/>
            </a:endParaRPr>
          </a:p>
          <a:p>
            <a:pPr marL="341342" indent="-290584">
              <a:lnSpc>
                <a:spcPct val="150000"/>
              </a:lnSpc>
              <a:buSzPts val="1600"/>
              <a:buFont typeface="Arial"/>
              <a:buChar char="●"/>
            </a:pPr>
            <a:endParaRPr lang="en-US" b="1" dirty="0" smtClean="0">
              <a:latin typeface="Poppins" panose="00000500000000000000"/>
            </a:endParaRPr>
          </a:p>
        </p:txBody>
      </p:sp>
      <p:sp>
        <p:nvSpPr>
          <p:cNvPr id="30" name="Google Shape;375;p35">
            <a:extLst>
              <a:ext uri="{FF2B5EF4-FFF2-40B4-BE49-F238E27FC236}">
                <a16:creationId xmlns:a16="http://schemas.microsoft.com/office/drawing/2014/main" id="{97EB5DAB-7CC6-130E-D189-D48762BF6406}"/>
              </a:ext>
            </a:extLst>
          </p:cNvPr>
          <p:cNvSpPr txBox="1">
            <a:spLocks/>
          </p:cNvSpPr>
          <p:nvPr/>
        </p:nvSpPr>
        <p:spPr>
          <a:xfrm>
            <a:off x="2299959" y="5753941"/>
            <a:ext cx="6399540" cy="848172"/>
          </a:xfrm>
          <a:prstGeom prst="rect">
            <a:avLst/>
          </a:prstGeom>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1342" indent="-290584">
              <a:lnSpc>
                <a:spcPct val="150000"/>
              </a:lnSpc>
              <a:buSzPts val="1600"/>
              <a:buFont typeface="Arial"/>
              <a:buChar char="●"/>
            </a:pPr>
            <a:r>
              <a:rPr lang="fr-FR" b="1" dirty="0" smtClean="0">
                <a:latin typeface="Poppins" panose="00000500000000000000"/>
              </a:rPr>
              <a:t>Gestion des messages</a:t>
            </a:r>
          </a:p>
          <a:p>
            <a:pPr marL="341342" indent="-290584">
              <a:lnSpc>
                <a:spcPct val="150000"/>
              </a:lnSpc>
              <a:buSzPts val="1600"/>
              <a:buFont typeface="Arial"/>
              <a:buChar char="●"/>
            </a:pPr>
            <a:r>
              <a:rPr lang="fr-FR" b="1" dirty="0" smtClean="0">
                <a:latin typeface="Poppins" panose="00000500000000000000"/>
              </a:rPr>
              <a:t>Suggestions automatiques basés sur les recherches</a:t>
            </a:r>
            <a:endParaRPr lang="en-US" b="1" dirty="0">
              <a:latin typeface="Poppins" panose="00000500000000000000"/>
            </a:endParaRPr>
          </a:p>
          <a:p>
            <a:pPr marL="341342" indent="-290584">
              <a:lnSpc>
                <a:spcPct val="150000"/>
              </a:lnSpc>
              <a:buSzPts val="1600"/>
              <a:buFont typeface="Arial"/>
              <a:buChar char="●"/>
            </a:pPr>
            <a:endParaRPr lang="en-US" b="1" dirty="0" smtClean="0">
              <a:latin typeface="Poppins" panose="00000500000000000000"/>
            </a:endParaRPr>
          </a:p>
        </p:txBody>
      </p:sp>
    </p:spTree>
    <p:extLst>
      <p:ext uri="{BB962C8B-B14F-4D97-AF65-F5344CB8AC3E}">
        <p14:creationId xmlns:p14="http://schemas.microsoft.com/office/powerpoint/2010/main" val="128825358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B6989C60-DCF0-E110-C3F2-E4363978B692}"/>
              </a:ext>
            </a:extLst>
          </p:cNvPr>
          <p:cNvSpPr txBox="1"/>
          <p:nvPr/>
        </p:nvSpPr>
        <p:spPr>
          <a:xfrm>
            <a:off x="2800350" y="2317070"/>
            <a:ext cx="6362700" cy="2215991"/>
          </a:xfrm>
          <a:prstGeom prst="rect">
            <a:avLst/>
          </a:prstGeom>
          <a:noFill/>
        </p:spPr>
        <p:txBody>
          <a:bodyPr wrap="square">
            <a:spAutoFit/>
          </a:bodyPr>
          <a:lstStyle/>
          <a:p>
            <a:pPr algn="ctr">
              <a:lnSpc>
                <a:spcPct val="150000"/>
              </a:lnSpc>
            </a:pPr>
            <a:r>
              <a:rPr lang="fr-FR" sz="4800" b="1" dirty="0">
                <a:solidFill>
                  <a:schemeClr val="accent1">
                    <a:lumMod val="75000"/>
                  </a:schemeClr>
                </a:solidFill>
                <a:latin typeface="Poppins" panose="00000500000000000000" pitchFamily="2" charset="0"/>
                <a:cs typeface="Poppins" panose="00000500000000000000" pitchFamily="2" charset="0"/>
                <a:sym typeface="+mn-ea"/>
              </a:rPr>
              <a:t>Merci pour votre aimable écoute</a:t>
            </a:r>
            <a:endParaRPr lang="fr-FR" sz="4800" b="1" dirty="0">
              <a:solidFill>
                <a:schemeClr val="accent1">
                  <a:lumMod val="75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3905771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13000" b="-13000"/>
          </a:stretch>
        </a:blipFill>
        <a:effectLst/>
      </p:bgPr>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7BD28394-ABDF-260D-CB1D-137183EA953F}"/>
              </a:ext>
            </a:extLst>
          </p:cNvPr>
          <p:cNvPicPr>
            <a:picLocks noChangeAspect="1"/>
          </p:cNvPicPr>
          <p:nvPr/>
        </p:nvPicPr>
        <p:blipFill>
          <a:blip r:embed="rId4"/>
          <a:stretch>
            <a:fillRect/>
          </a:stretch>
        </p:blipFill>
        <p:spPr>
          <a:xfrm>
            <a:off x="3640170" y="2626018"/>
            <a:ext cx="4643218" cy="3213576"/>
          </a:xfrm>
          <a:prstGeom prst="rect">
            <a:avLst/>
          </a:prstGeom>
        </p:spPr>
      </p:pic>
      <p:sp>
        <p:nvSpPr>
          <p:cNvPr id="6" name="ZoneTexte 5">
            <a:extLst>
              <a:ext uri="{FF2B5EF4-FFF2-40B4-BE49-F238E27FC236}">
                <a16:creationId xmlns:a16="http://schemas.microsoft.com/office/drawing/2014/main" id="{B6989C60-DCF0-E110-C3F2-E4363978B692}"/>
              </a:ext>
            </a:extLst>
          </p:cNvPr>
          <p:cNvSpPr txBox="1"/>
          <p:nvPr/>
        </p:nvSpPr>
        <p:spPr>
          <a:xfrm>
            <a:off x="1260662" y="1579723"/>
            <a:ext cx="9105900" cy="938719"/>
          </a:xfrm>
          <a:prstGeom prst="rect">
            <a:avLst/>
          </a:prstGeom>
          <a:noFill/>
        </p:spPr>
        <p:txBody>
          <a:bodyPr wrap="square">
            <a:spAutoFit/>
          </a:bodyPr>
          <a:lstStyle/>
          <a:p>
            <a:pPr algn="ctr">
              <a:lnSpc>
                <a:spcPct val="150000"/>
              </a:lnSpc>
            </a:pPr>
            <a:r>
              <a:rPr lang="fr-FR" sz="4000" b="1" dirty="0" smtClean="0">
                <a:solidFill>
                  <a:schemeClr val="accent1">
                    <a:lumMod val="75000"/>
                  </a:schemeClr>
                </a:solidFill>
                <a:latin typeface="Poppins" panose="00000500000000000000" pitchFamily="2" charset="0"/>
                <a:cs typeface="Poppins" panose="00000500000000000000" pitchFamily="2" charset="0"/>
                <a:sym typeface="+mn-ea"/>
              </a:rPr>
              <a:t>Questions et Remarques</a:t>
            </a:r>
            <a:endParaRPr lang="fr-FR" sz="4000" b="1" dirty="0">
              <a:solidFill>
                <a:schemeClr val="accent1">
                  <a:lumMod val="75000"/>
                </a:schemeClr>
              </a:solidFill>
              <a:latin typeface="Poppins" panose="00000500000000000000" pitchFamily="2" charset="0"/>
              <a:cs typeface="Poppins" panose="00000500000000000000" pitchFamily="2" charset="0"/>
            </a:endParaRPr>
          </a:p>
        </p:txBody>
      </p:sp>
      <p:cxnSp>
        <p:nvCxnSpPr>
          <p:cNvPr id="7" name="Connecteur droit 6"/>
          <p:cNvCxnSpPr/>
          <p:nvPr/>
        </p:nvCxnSpPr>
        <p:spPr>
          <a:xfrm>
            <a:off x="1909482" y="2518442"/>
            <a:ext cx="77724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709717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2325</TotalTime>
  <Words>1918</Words>
  <Application>Microsoft Office PowerPoint</Application>
  <PresentationFormat>Grand écran</PresentationFormat>
  <Paragraphs>342</Paragraphs>
  <Slides>34</Slides>
  <Notes>34</Notes>
  <HiddenSlides>0</HiddenSlides>
  <MMClips>0</MMClips>
  <ScaleCrop>false</ScaleCrop>
  <HeadingPairs>
    <vt:vector size="6" baseType="variant">
      <vt:variant>
        <vt:lpstr>Polices utilisées</vt:lpstr>
      </vt:variant>
      <vt:variant>
        <vt:i4>13</vt:i4>
      </vt:variant>
      <vt:variant>
        <vt:lpstr>Thème</vt:lpstr>
      </vt:variant>
      <vt:variant>
        <vt:i4>1</vt:i4>
      </vt:variant>
      <vt:variant>
        <vt:lpstr>Titres des diapositives</vt:lpstr>
      </vt:variant>
      <vt:variant>
        <vt:i4>34</vt:i4>
      </vt:variant>
    </vt:vector>
  </HeadingPairs>
  <TitlesOfParts>
    <vt:vector size="48" baseType="lpstr">
      <vt:lpstr>Arial</vt:lpstr>
      <vt:lpstr>Calibri</vt:lpstr>
      <vt:lpstr>Calibri Light</vt:lpstr>
      <vt:lpstr>DejaVu Sans</vt:lpstr>
      <vt:lpstr>Inter</vt:lpstr>
      <vt:lpstr>Jost</vt:lpstr>
      <vt:lpstr>Jost SemiBold</vt:lpstr>
      <vt:lpstr>Noto Sans CJK SC</vt:lpstr>
      <vt:lpstr>Poppins</vt:lpstr>
      <vt:lpstr>Roboto</vt:lpstr>
      <vt:lpstr>Symbol</vt:lpstr>
      <vt:lpstr>Times New Roman</vt:lpstr>
      <vt:lpstr>Wingdings</vt:lpstr>
      <vt:lpstr>Thème Office</vt:lpstr>
      <vt:lpstr>Présentation PowerPoint</vt:lpstr>
      <vt:lpstr>MÉMOIRE DE FIN D’ETUDES POUR L’OBTENTION DU DIPLÔME DE MASTER PROFFESSIONNEL</vt:lpstr>
      <vt:lpstr>REMERCIEMENTS</vt:lpstr>
      <vt:lpstr>INTRODUCTION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Besoin de l’utilisateurs</vt:lpstr>
      <vt:lpstr>Présentation PowerPoint</vt:lpstr>
      <vt:lpstr>Présentation PowerPoint</vt:lpstr>
      <vt:lpstr>Organisation actuelle</vt:lpstr>
      <vt:lpstr>Critique de l’existant</vt:lpstr>
      <vt:lpstr>Propositions de solutions</vt:lpstr>
      <vt:lpstr>Solutions retenu</vt:lpstr>
      <vt:lpstr>Outils et méthodes utilisés</vt:lpstr>
      <vt:lpstr>Analyse conceptuel</vt:lpstr>
      <vt:lpstr>Présentation PowerPoint</vt:lpstr>
      <vt:lpstr>Equipe SCRUM</vt:lpstr>
      <vt:lpstr>User story</vt:lpstr>
      <vt:lpstr>Product Backlog</vt:lpstr>
      <vt:lpstr>Diagramme de classe globale</vt:lpstr>
      <vt:lpstr>Présentation PowerPoint</vt:lpstr>
      <vt:lpstr>Réalisation</vt:lpstr>
      <vt:lpstr>Réalisation</vt:lpstr>
      <vt:lpstr>Présentation PowerPoint</vt:lpstr>
      <vt:lpstr>Présentation PowerPoint</vt:lpstr>
      <vt:lpstr>Conclusion et perspective</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Mémoire de fin de cycle pour l’obtention de diplôme de licence professionnelle</dc:title>
  <dc:creator>Daddy</dc:creator>
  <cp:lastModifiedBy>Avoutra Randriah</cp:lastModifiedBy>
  <cp:revision>84</cp:revision>
  <dcterms:created xsi:type="dcterms:W3CDTF">2022-10-22T09:49:57Z</dcterms:created>
  <dcterms:modified xsi:type="dcterms:W3CDTF">2023-11-09T20:00:14Z</dcterms:modified>
</cp:coreProperties>
</file>